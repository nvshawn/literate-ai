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41d77924aa4b4f" /><Relationship Type="http://schemas.openxmlformats.org/officeDocument/2006/relationships/extended-properties" Target="/docProps/app.xml" Id="Rabdcc4747d284b0f" /><Relationship Type="http://schemas.openxmlformats.org/officeDocument/2006/relationships/officeDocument" Target="/ppt/presentation.xml" Id="Rb87c946cac6f4f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f1baa50f55421f"/>
  </p:sldMasterIdLst>
  <p:notesMasterIdLst>
    <p:notesMasterId xmlns:r="http://schemas.openxmlformats.org/officeDocument/2006/relationships" r:id="R66852164c2f548c5"/>
  </p:notesMasterIdLst>
  <p:sldIdLst>
    <p:sldId xmlns:r="http://schemas.openxmlformats.org/officeDocument/2006/relationships" id="256" r:id="Ra3aaa659c1c7463b"/>
    <p:sldId xmlns:r="http://schemas.openxmlformats.org/officeDocument/2006/relationships" id="257" r:id="R24534d66584a4f78"/>
    <p:sldId xmlns:r="http://schemas.openxmlformats.org/officeDocument/2006/relationships" id="258" r:id="R36ac7cde5b744961"/>
    <p:sldId xmlns:r="http://schemas.openxmlformats.org/officeDocument/2006/relationships" id="259" r:id="R76df46a092b24dc2"/>
    <p:sldId xmlns:r="http://schemas.openxmlformats.org/officeDocument/2006/relationships" id="260" r:id="Rb20aae990120476d"/>
    <p:sldId xmlns:r="http://schemas.openxmlformats.org/officeDocument/2006/relationships" id="261" r:id="R5093c6fd29914375"/>
    <p:sldId xmlns:r="http://schemas.openxmlformats.org/officeDocument/2006/relationships" id="262" r:id="Rc179d09ba98e413f"/>
    <p:sldId xmlns:r="http://schemas.openxmlformats.org/officeDocument/2006/relationships" id="263" r:id="Re48a79f59a8145d1"/>
    <p:sldId xmlns:r="http://schemas.openxmlformats.org/officeDocument/2006/relationships" id="264" r:id="R2f0e1dd320ac479e"/>
    <p:sldId xmlns:r="http://schemas.openxmlformats.org/officeDocument/2006/relationships" id="265" r:id="Ra9af08fb2cf14228"/>
    <p:sldId xmlns:r="http://schemas.openxmlformats.org/officeDocument/2006/relationships" id="266" r:id="R5ed6842b164d4134"/>
    <p:sldId xmlns:r="http://schemas.openxmlformats.org/officeDocument/2006/relationships" id="267" r:id="R966fcf29229444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6f245a5e914094" /><Relationship Type="http://schemas.openxmlformats.org/officeDocument/2006/relationships/slideMaster" Target="/ppt/slideMasters/slideMaster1.xml" Id="R1ff1baa50f55421f" /><Relationship Type="http://schemas.openxmlformats.org/officeDocument/2006/relationships/notesMaster" Target="/ppt/notesMasters/notesMaster1.xml" Id="R66852164c2f548c5" /><Relationship Type="http://schemas.openxmlformats.org/officeDocument/2006/relationships/presProps" Target="/ppt/presProps.xml" Id="R7b0918625cdf411b" /><Relationship Type="http://schemas.openxmlformats.org/officeDocument/2006/relationships/tableStyles" Target="/ppt/tableStyles.xml" Id="R33a56af195bf489f" /><Relationship Type="http://schemas.openxmlformats.org/officeDocument/2006/relationships/slide" Target="/ppt/slides/slide1.xml" Id="Ra3aaa659c1c7463b" /><Relationship Type="http://schemas.openxmlformats.org/officeDocument/2006/relationships/slide" Target="/ppt/slides/slide2.xml" Id="R24534d66584a4f78" /><Relationship Type="http://schemas.openxmlformats.org/officeDocument/2006/relationships/slide" Target="/ppt/slides/slide3.xml" Id="R36ac7cde5b744961" /><Relationship Type="http://schemas.openxmlformats.org/officeDocument/2006/relationships/slide" Target="/ppt/slides/slide4.xml" Id="R76df46a092b24dc2" /><Relationship Type="http://schemas.openxmlformats.org/officeDocument/2006/relationships/slide" Target="/ppt/slides/slide5.xml" Id="Rb20aae990120476d" /><Relationship Type="http://schemas.openxmlformats.org/officeDocument/2006/relationships/slide" Target="/ppt/slides/slide6.xml" Id="R5093c6fd29914375" /><Relationship Type="http://schemas.openxmlformats.org/officeDocument/2006/relationships/slide" Target="/ppt/slides/slide7.xml" Id="Rc179d09ba98e413f" /><Relationship Type="http://schemas.openxmlformats.org/officeDocument/2006/relationships/slide" Target="/ppt/slides/slide8.xml" Id="Re48a79f59a8145d1" /><Relationship Type="http://schemas.openxmlformats.org/officeDocument/2006/relationships/slide" Target="/ppt/slides/slide9.xml" Id="R2f0e1dd320ac479e" /><Relationship Type="http://schemas.openxmlformats.org/officeDocument/2006/relationships/slide" Target="/ppt/slides/slide10.xml" Id="Ra9af08fb2cf14228" /><Relationship Type="http://schemas.openxmlformats.org/officeDocument/2006/relationships/slide" Target="/ppt/slides/slide11.xml" Id="R5ed6842b164d4134" /><Relationship Type="http://schemas.openxmlformats.org/officeDocument/2006/relationships/slide" Target="/ppt/slides/slide12.xml" Id="R966fcf29229444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c16a1101bb49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54f07d16464c52" /><Relationship Type="http://schemas.openxmlformats.org/officeDocument/2006/relationships/notesMaster" Target="/ppt/notesMasters/notesMaster1.xml" Id="Redf6a88aa36541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2be88f86974f16" /><Relationship Type="http://schemas.openxmlformats.org/officeDocument/2006/relationships/notesMaster" Target="/ppt/notesMasters/notesMaster1.xml" Id="R0ef2da7dce2640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694c161134422a" /><Relationship Type="http://schemas.openxmlformats.org/officeDocument/2006/relationships/notesMaster" Target="/ppt/notesMasters/notesMaster1.xml" Id="Rfa40e0b1921144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c4a38658de4ae0" /><Relationship Type="http://schemas.openxmlformats.org/officeDocument/2006/relationships/notesMaster" Target="/ppt/notesMasters/notesMaster1.xml" Id="R6e7c34a9cd6841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4bdc86bd75471a" /><Relationship Type="http://schemas.openxmlformats.org/officeDocument/2006/relationships/notesMaster" Target="/ppt/notesMasters/notesMaster1.xml" Id="R09c9f2f3e3fc41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a42e5120e9414f" /><Relationship Type="http://schemas.openxmlformats.org/officeDocument/2006/relationships/notesMaster" Target="/ppt/notesMasters/notesMaster1.xml" Id="R8f8e2f1ff14b44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f31ed8f62c49b1" /><Relationship Type="http://schemas.openxmlformats.org/officeDocument/2006/relationships/notesMaster" Target="/ppt/notesMasters/notesMaster1.xml" Id="R7278d11432b04c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1723c5f55f455b" /><Relationship Type="http://schemas.openxmlformats.org/officeDocument/2006/relationships/notesMaster" Target="/ppt/notesMasters/notesMaster1.xml" Id="R1f3fdba0253b48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1a5683b7444c57" /><Relationship Type="http://schemas.openxmlformats.org/officeDocument/2006/relationships/notesMaster" Target="/ppt/notesMasters/notesMaster1.xml" Id="Rfa7298fa781947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8efc62d45b4f5e" /><Relationship Type="http://schemas.openxmlformats.org/officeDocument/2006/relationships/notesMaster" Target="/ppt/notesMasters/notesMaster1.xml" Id="R2c710332bf664f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8ad0416b1d4f75" /><Relationship Type="http://schemas.openxmlformats.org/officeDocument/2006/relationships/notesMaster" Target="/ppt/notesMasters/notesMaster1.xml" Id="Rb9453008f7c241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bc6b0b53854eec" /><Relationship Type="http://schemas.openxmlformats.org/officeDocument/2006/relationships/notesMaster" Target="/ppt/notesMasters/notesMaster1.xml" Id="R46d45b86b4ee43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docs/roadmap/release-goals.json</a:t>
            </a:r>
          </a:p>
          <a:p xmlns:a="http://schemas.openxmlformats.org/drawingml/2006/main">
            <a:r>
              <a:t>GitHub Actions run 40460869302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README.md: product definition</a:t>
            </a:r>
          </a:p>
          <a:p xmlns:a="http://schemas.openxmlformats.org/drawingml/2006/main">
            <a:r>
              <a:t>CHANGELOG.md: Unreleased</a:t>
            </a:r>
          </a:p>
          <a:p xmlns:a="http://schemas.openxmlformats.org/drawingml/2006/main">
            <a:r>
              <a:t>docs/roadmap/release-goals.json</a:t>
            </a:r>
          </a:p>
          <a:p xmlns:a="http://schemas.openxmlformats.org/drawingml/2006/main">
            <a:r>
              <a:t>GitHub milestone 1.3.1 snapshot on 2026-10-26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README.md sections 'From specification to binary' and 'What is first class'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README.md section 'What is first class'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CHANGELOG.md release sections v0.1.1 through v1.2.0</a:t>
            </a:r>
          </a:p>
          <a:p xmlns:a="http://schemas.openxmlformats.org/drawingml/2006/main">
            <a:r>
              <a:t>Git tags v0.1.1 through v1.3.0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CHANGELOG.md</a:t>
            </a:r>
          </a:p>
          <a:p xmlns:a="http://schemas.openxmlformats.org/drawingml/2006/main">
            <a:r>
              <a:t>docs/roadmap/active-work.md</a:t>
            </a:r>
          </a:p>
          <a:p xmlns:a="http://schemas.openxmlformats.org/drawingml/2006/main">
            <a:r>
              <a:t>docs/architecture/project-releases.md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CHANGELOG.md Unreleased</a:t>
            </a:r>
          </a:p>
          <a:p xmlns:a="http://schemas.openxmlformats.org/drawingml/2006/main">
            <a:r>
              <a:t>README.md onboarding and HTML explorer sections</a:t>
            </a:r>
          </a:p>
          <a:p xmlns:a="http://schemas.openxmlformats.org/drawingml/2006/main">
            <a:r>
              <a:t>docs/user/html-repository-explorer.md</a:t>
            </a:r>
          </a:p>
          <a:p xmlns:a="http://schemas.openxmlformats.org/drawingml/2006/main">
            <a:r>
              <a:t>verification/onboarding-1.3.1-approval.json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README.md onboarding section</a:t>
            </a:r>
          </a:p>
          <a:p xmlns:a="http://schemas.openxmlformats.org/drawingml/2006/main">
            <a:r>
              <a:t>docs/courses/full-onboarding/README.md</a:t>
            </a:r>
          </a:p>
          <a:p xmlns:a="http://schemas.openxmlformats.org/drawingml/2006/main">
            <a:r>
              <a:t>verification/onboarding-1.3.1-approval.json</a:t>
            </a:r>
          </a:p>
          <a:p xmlns:a="http://schemas.openxmlformats.org/drawingml/2006/main">
            <a:r>
              <a:t>Local poster: media/courses/eight-hours-to-make-coffee/poster.png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CHANGELOG.md Unreleased release-goal policy</a:t>
            </a:r>
          </a:p>
          <a:p xmlns:a="http://schemas.openxmlformats.org/drawingml/2006/main">
            <a:r>
              <a:t>docs/roadmap/release-goals.json</a:t>
            </a:r>
          </a:p>
          <a:p xmlns:a="http://schemas.openxmlformats.org/drawingml/2006/main">
            <a:r>
              <a:t>skills/agent/release-project/SKILL.md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litai release contributions sweep --project . --version 1.3.1</a:t>
            </a:r>
          </a:p>
          <a:p xmlns:a="http://schemas.openxmlformats.org/drawingml/2006/main">
            <a:r>
              <a:t>docs/roadmap/release-goals.json</a:t>
            </a:r>
          </a:p>
          <a:p xmlns:a="http://schemas.openxmlformats.org/drawingml/2006/main">
            <a:r>
              <a:t>GitHub milestone 1.3.1</a:t>
            </a:r>
          </a:p>
          <a:p xmlns:a="http://schemas.openxmlformats.org/drawingml/2006/main">
            <a:r>
              <a:t>GitHub Actions run 40460869302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Roadmap and milestone snapshot on 2026-10-26</a:t>
            </a:r>
          </a:p>
          <a:p xmlns:a="http://schemas.openxmlformats.org/drawingml/2006/main">
            <a:r>
              <a:t>ETA is an inference from current open scope and required release gates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docs/roadmap/active-work.md</a:t>
            </a:r>
          </a:p>
          <a:p xmlns:a="http://schemas.openxmlformats.org/drawingml/2006/main">
            <a:r>
              <a:t>docs/roadmap/release-goals.json</a:t>
            </a:r>
          </a:p>
          <a:p xmlns:a="http://schemas.openxmlformats.org/drawingml/2006/main">
            <a:r>
              <a:t>literate.release.json</a:t>
            </a:r>
          </a:p>
          <a:p xmlns:a="http://schemas.openxmlformats.org/drawingml/2006/main">
            <a:r>
              <a:t>skills/agent/release-project/SKILL.md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ec9a0e70b4e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f255d74584b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eb90a76b54f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f5c45132f45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e8ee2d46b46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c440cc15545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0010E-DBCE-4F34-A630-FCC4B99731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4C6B22-AB6F-4EDC-9753-4F577A0B77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40D502-FFFE-4A56-9CCB-37BEDFDBC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B638F8-75E1-4B0D-AD56-403B0BD6F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2C7964-8B68-4B97-A765-385CA18065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8F7787-E603-405A-BCBF-F31658BE8C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9219EC-D0C6-417C-BA23-047D9DC304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DD8123-42B6-4828-A503-CB037430F9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F04D7F-98CB-4047-852F-38AFCDC0AF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6693EA-1A98-4147-AA84-D591413602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6f08fc69c643b4" /><Relationship Type="http://schemas.openxmlformats.org/officeDocument/2006/relationships/slideLayout" Target="/ppt/slideLayouts/slideLayout1.xml" Id="R196eab4a2af64364" /><Relationship Type="http://schemas.openxmlformats.org/officeDocument/2006/relationships/slideLayout" Target="/ppt/slideLayouts/slideLayout2.xml" Id="Rdcd679d18f8b429d" /><Relationship Type="http://schemas.openxmlformats.org/officeDocument/2006/relationships/slideLayout" Target="/ppt/slideLayouts/slideLayout3.xml" Id="R417c8fa1799f4455" /><Relationship Type="http://schemas.openxmlformats.org/officeDocument/2006/relationships/slideLayout" Target="/ppt/slideLayouts/slideLayout4.xml" Id="R60ec0d18276e45fe" /><Relationship Type="http://schemas.openxmlformats.org/officeDocument/2006/relationships/slideLayout" Target="/ppt/slideLayouts/slideLayout5.xml" Id="R14c1b7ec6bee4586" /><Relationship Type="http://schemas.openxmlformats.org/officeDocument/2006/relationships/slideLayout" Target="/ppt/slideLayouts/slideLayout6.xml" Id="R17fbb1bc322a43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eab4a2af64364"/>
    <p:sldLayoutId xmlns:r="http://schemas.openxmlformats.org/officeDocument/2006/relationships" id="2147483650" r:id="Rdcd679d18f8b429d"/>
    <p:sldLayoutId xmlns:r="http://schemas.openxmlformats.org/officeDocument/2006/relationships" id="2147483651" r:id="R417c8fa1799f4455"/>
    <p:sldLayoutId xmlns:r="http://schemas.openxmlformats.org/officeDocument/2006/relationships" id="2147483652" r:id="R60ec0d18276e45fe"/>
    <p:sldLayoutId xmlns:r="http://schemas.openxmlformats.org/officeDocument/2006/relationships" id="2147483653" r:id="R14c1b7ec6bee4586"/>
    <p:sldLayoutId xmlns:r="http://schemas.openxmlformats.org/officeDocument/2006/relationships" id="2147483654" r:id="R17fbb1bc322a43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517cf435046d8" /><Relationship Type="http://schemas.openxmlformats.org/officeDocument/2006/relationships/notesSlide" Target="/ppt/notesSlides/notesSlide1.xml" Id="R939be081a4ab43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03fcecec64d58" /><Relationship Type="http://schemas.openxmlformats.org/officeDocument/2006/relationships/notesSlide" Target="/ppt/notesSlides/notesSlide2.xml" Id="R11cf21d577b645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dabed659494e93" /><Relationship Type="http://schemas.openxmlformats.org/officeDocument/2006/relationships/notesSlide" Target="/ppt/notesSlides/notesSlide3.xml" Id="R380445bfb5434b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49cce4da14ee9" /><Relationship Type="http://schemas.openxmlformats.org/officeDocument/2006/relationships/notesSlide" Target="/ppt/notesSlides/notesSlide4.xml" Id="R87f9df3bf7b441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f4d9abe514cab" /><Relationship Type="http://schemas.openxmlformats.org/officeDocument/2006/relationships/notesSlide" Target="/ppt/notesSlides/notesSlide5.xml" Id="Rf3cec53bdd884d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8be903ae34b1b" /><Relationship Type="http://schemas.openxmlformats.org/officeDocument/2006/relationships/notesSlide" Target="/ppt/notesSlides/notesSlide6.xml" Id="R887570cceb9c43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34d2915a94e81" /><Relationship Type="http://schemas.openxmlformats.org/officeDocument/2006/relationships/notesSlide" Target="/ppt/notesSlides/notesSlide7.xml" Id="Rd1d82fff04fb4f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6a21a9d3cf417d" /><Relationship Type="http://schemas.openxmlformats.org/officeDocument/2006/relationships/image" Target="/ppt/media/image.png" Id="R091b05fdd4534973" /><Relationship Type="http://schemas.openxmlformats.org/officeDocument/2006/relationships/notesSlide" Target="/ppt/notesSlides/notesSlide8.xml" Id="Rae698e61005d4e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449c2b929f4bf9" /><Relationship Type="http://schemas.openxmlformats.org/officeDocument/2006/relationships/notesSlide" Target="/ppt/notesSlides/notesSlide9.xml" Id="R7471536ade5b43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3a4be990346f8" /><Relationship Type="http://schemas.openxmlformats.org/officeDocument/2006/relationships/notesSlide" Target="/ppt/notesSlides/notesSlide10.xml" Id="R428ef1fe77104a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6f74204463492d" /><Relationship Type="http://schemas.openxmlformats.org/officeDocument/2006/relationships/notesSlide" Target="/ppt/notesSlides/notesSlide11.xml" Id="Rd8ddb6e518a842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d6d41389e4d2b" /><Relationship Type="http://schemas.openxmlformats.org/officeDocument/2006/relationships/notesSlide" Target="/ppt/notesSlides/notesSlide12.xml" Id="R3ce3161d235f42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79BE9-A32C-4E58-B3A4-6E7FAA86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767E4-93ED-4D25-9DBC-C81CBD1F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F7B267"/>
                </a:solidFill>
              </a:defRPr>
            </a:defPPr>
            <a:lvl1pPr algn="l">
              <a:defRPr sz="1125" b="1">
                <a:solidFill>
                  <a:srgbClr val="F7B267"/>
                </a:solidFill>
              </a:defRPr>
            </a:lvl1pPr>
            <a:lvl2pPr algn="l">
              <a:defRPr sz="1125" b="1">
                <a:solidFill>
                  <a:srgbClr val="F7B267"/>
                </a:solidFill>
              </a:defRPr>
            </a:lvl2pPr>
            <a:lvl3pPr algn="l">
              <a:defRPr sz="1125" b="1">
                <a:solidFill>
                  <a:srgbClr val="F7B267"/>
                </a:solidFill>
              </a:defRPr>
            </a:lvl3pPr>
            <a:lvl4pPr algn="l">
              <a:defRPr sz="1125" b="1">
                <a:solidFill>
                  <a:srgbClr val="F7B267"/>
                </a:solidFill>
              </a:defRPr>
            </a:lvl4pPr>
            <a:lvl5pPr algn="l">
              <a:defRPr sz="1125" b="1">
                <a:solidFill>
                  <a:srgbClr val="F7B267"/>
                </a:solidFill>
              </a:defRPr>
            </a:lvl5pPr>
            <a:lvl6pPr algn="l">
              <a:defRPr sz="1125" b="1">
                <a:solidFill>
                  <a:srgbClr val="F7B267"/>
                </a:solidFill>
              </a:defRPr>
            </a:lvl6pPr>
            <a:lvl7pPr algn="l">
              <a:defRPr sz="1125" b="1">
                <a:solidFill>
                  <a:srgbClr val="F7B267"/>
                </a:solidFill>
              </a:defRPr>
            </a:lvl7pPr>
            <a:lvl8pPr algn="l">
              <a:defRPr sz="1125" b="1">
                <a:solidFill>
                  <a:srgbClr val="F7B267"/>
                </a:solidFill>
              </a:defRPr>
            </a:lvl8pPr>
            <a:lvl9pPr algn="l">
              <a:defRPr sz="1125" b="1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7B267"/>
                </a:solidFill>
              </a:defRPr>
            </a:pPr>
            <a:r>
              <a:rPr sz="1125" b="1">
                <a:solidFill>
                  <a:srgbClr val="F7B267"/>
                </a:solidFill>
              </a:rPr>
              <a:t>RELEASE BRIEFING · 27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EF420-AC49-4056-9940-8C80DB10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62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</a:defRPr>
            </a:defPPr>
            <a:lvl1pPr algn="l">
              <a:defRPr sz="4050" b="1">
                <a:solidFill>
                  <a:srgbClr val="FFFFFF"/>
                </a:solidFill>
              </a:defRPr>
            </a:lvl1pPr>
            <a:lvl2pPr algn="l">
              <a:defRPr sz="4050" b="1">
                <a:solidFill>
                  <a:srgbClr val="FFFFFF"/>
                </a:solidFill>
              </a:defRPr>
            </a:lvl2pPr>
            <a:lvl3pPr algn="l">
              <a:defRPr sz="4050" b="1">
                <a:solidFill>
                  <a:srgbClr val="FFFFFF"/>
                </a:solidFill>
              </a:defRPr>
            </a:lvl3pPr>
            <a:lvl4pPr algn="l">
              <a:defRPr sz="4050" b="1">
                <a:solidFill>
                  <a:srgbClr val="FFFFFF"/>
                </a:solidFill>
              </a:defRPr>
            </a:lvl4pPr>
            <a:lvl5pPr algn="l">
              <a:defRPr sz="4050" b="1">
                <a:solidFill>
                  <a:srgbClr val="FFFFFF"/>
                </a:solidFill>
              </a:defRPr>
            </a:lvl5pPr>
            <a:lvl6pPr algn="l">
              <a:defRPr sz="4050" b="1">
                <a:solidFill>
                  <a:srgbClr val="FFFFFF"/>
                </a:solidFill>
              </a:defRPr>
            </a:lvl6pPr>
            <a:lvl7pPr algn="l">
              <a:defRPr sz="4050" b="1">
                <a:solidFill>
                  <a:srgbClr val="FFFFFF"/>
                </a:solidFill>
              </a:defRPr>
            </a:lvl7pPr>
            <a:lvl8pPr algn="l">
              <a:defRPr sz="4050" b="1">
                <a:solidFill>
                  <a:srgbClr val="FFFFFF"/>
                </a:solidFill>
              </a:defRPr>
            </a:lvl8pPr>
            <a:lvl9pPr algn="l"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Literate AI 1.3.1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CD5AD-9507-4972-A818-B9CA8458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>
                <a:solidFill>
                  <a:srgbClr val="D7E0E8"/>
                </a:solidFill>
              </a:defRPr>
            </a:defPPr>
            <a:lvl1pPr algn="l">
              <a:defRPr sz="2250" b="0">
                <a:solidFill>
                  <a:srgbClr val="D7E0E8"/>
                </a:solidFill>
              </a:defRPr>
            </a:lvl1pPr>
            <a:lvl2pPr algn="l">
              <a:defRPr sz="2250" b="0">
                <a:solidFill>
                  <a:srgbClr val="D7E0E8"/>
                </a:solidFill>
              </a:defRPr>
            </a:lvl2pPr>
            <a:lvl3pPr algn="l">
              <a:defRPr sz="2250" b="0">
                <a:solidFill>
                  <a:srgbClr val="D7E0E8"/>
                </a:solidFill>
              </a:defRPr>
            </a:lvl3pPr>
            <a:lvl4pPr algn="l">
              <a:defRPr sz="2250" b="0">
                <a:solidFill>
                  <a:srgbClr val="D7E0E8"/>
                </a:solidFill>
              </a:defRPr>
            </a:lvl4pPr>
            <a:lvl5pPr algn="l">
              <a:defRPr sz="2250" b="0">
                <a:solidFill>
                  <a:srgbClr val="D7E0E8"/>
                </a:solidFill>
              </a:defRPr>
            </a:lvl5pPr>
            <a:lvl6pPr algn="l">
              <a:defRPr sz="2250" b="0">
                <a:solidFill>
                  <a:srgbClr val="D7E0E8"/>
                </a:solidFill>
              </a:defRPr>
            </a:lvl6pPr>
            <a:lvl7pPr algn="l">
              <a:defRPr sz="2250" b="0">
                <a:solidFill>
                  <a:srgbClr val="D7E0E8"/>
                </a:solidFill>
              </a:defRPr>
            </a:lvl7pPr>
            <a:lvl8pPr algn="l">
              <a:defRPr sz="2250" b="0">
                <a:solidFill>
                  <a:srgbClr val="D7E0E8"/>
                </a:solidFill>
              </a:defRPr>
            </a:lvl8pPr>
            <a:lvl9pPr algn="l">
              <a:defRPr sz="22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D7E0E8"/>
                </a:solidFill>
              </a:defRPr>
            </a:pPr>
            <a:r>
              <a:rPr sz="2250" b="0">
                <a:solidFill>
                  <a:srgbClr val="D7E0E8"/>
                </a:solidFill>
              </a:rPr>
              <a:t>Release, evolution and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A36F1-1571-4E79-822C-B9790141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A9BAC8"/>
                </a:solidFill>
              </a:defRPr>
            </a:defPPr>
            <a:lvl1pPr algn="l">
              <a:defRPr sz="1500" b="0">
                <a:solidFill>
                  <a:srgbClr val="A9BAC8"/>
                </a:solidFill>
              </a:defRPr>
            </a:lvl1pPr>
            <a:lvl2pPr algn="l">
              <a:defRPr sz="1500" b="0">
                <a:solidFill>
                  <a:srgbClr val="A9BAC8"/>
                </a:solidFill>
              </a:defRPr>
            </a:lvl2pPr>
            <a:lvl3pPr algn="l">
              <a:defRPr sz="1500" b="0">
                <a:solidFill>
                  <a:srgbClr val="A9BAC8"/>
                </a:solidFill>
              </a:defRPr>
            </a:lvl3pPr>
            <a:lvl4pPr algn="l">
              <a:defRPr sz="1500" b="0">
                <a:solidFill>
                  <a:srgbClr val="A9BAC8"/>
                </a:solidFill>
              </a:defRPr>
            </a:lvl4pPr>
            <a:lvl5pPr algn="l">
              <a:defRPr sz="1500" b="0">
                <a:solidFill>
                  <a:srgbClr val="A9BAC8"/>
                </a:solidFill>
              </a:defRPr>
            </a:lvl5pPr>
            <a:lvl6pPr algn="l">
              <a:defRPr sz="1500" b="0">
                <a:solidFill>
                  <a:srgbClr val="A9BAC8"/>
                </a:solidFill>
              </a:defRPr>
            </a:lvl6pPr>
            <a:lvl7pPr algn="l">
              <a:defRPr sz="1500" b="0">
                <a:solidFill>
                  <a:srgbClr val="A9BAC8"/>
                </a:solidFill>
              </a:defRPr>
            </a:lvl7pPr>
            <a:lvl8pPr algn="l">
              <a:defRPr sz="1500" b="0">
                <a:solidFill>
                  <a:srgbClr val="A9BAC8"/>
                </a:solidFill>
              </a:defRPr>
            </a:lvl8pPr>
            <a:lvl9pPr algn="l">
              <a:defRPr sz="1500" b="0">
                <a:solidFill>
                  <a:srgbClr val="A9BAC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AC8"/>
                </a:solidFill>
              </a:defRPr>
            </a:pPr>
            <a:r>
              <a:rPr sz="1500" b="0">
                <a:solidFill>
                  <a:srgbClr val="A9BAC8"/>
                </a:solidFill>
              </a:rPr>
              <a:t>Specification to verified artifact, with evidence at every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092C6-464C-4FFF-9C62-5CB3D1ED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001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>
                <a:solidFill>
                  <a:srgbClr val="F47C20"/>
                </a:solidFill>
              </a:defRPr>
            </a:defPPr>
            <a:lvl1pPr algn="r">
              <a:defRPr sz="1125" b="1">
                <a:solidFill>
                  <a:srgbClr val="F47C20"/>
                </a:solidFill>
              </a:defRPr>
            </a:lvl1pPr>
            <a:lvl2pPr algn="r">
              <a:defRPr sz="1125" b="1">
                <a:solidFill>
                  <a:srgbClr val="F47C20"/>
                </a:solidFill>
              </a:defRPr>
            </a:lvl2pPr>
            <a:lvl3pPr algn="r">
              <a:defRPr sz="1125" b="1">
                <a:solidFill>
                  <a:srgbClr val="F47C20"/>
                </a:solidFill>
              </a:defRPr>
            </a:lvl3pPr>
            <a:lvl4pPr algn="r">
              <a:defRPr sz="1125" b="1">
                <a:solidFill>
                  <a:srgbClr val="F47C20"/>
                </a:solidFill>
              </a:defRPr>
            </a:lvl4pPr>
            <a:lvl5pPr algn="r">
              <a:defRPr sz="1125" b="1">
                <a:solidFill>
                  <a:srgbClr val="F47C20"/>
                </a:solidFill>
              </a:defRPr>
            </a:lvl5pPr>
            <a:lvl6pPr algn="r">
              <a:defRPr sz="1125" b="1">
                <a:solidFill>
                  <a:srgbClr val="F47C20"/>
                </a:solidFill>
              </a:defRPr>
            </a:lvl6pPr>
            <a:lvl7pPr algn="r">
              <a:defRPr sz="1125" b="1">
                <a:solidFill>
                  <a:srgbClr val="F47C20"/>
                </a:solidFill>
              </a:defRPr>
            </a:lvl7pPr>
            <a:lvl8pPr algn="r">
              <a:defRPr sz="1125" b="1">
                <a:solidFill>
                  <a:srgbClr val="F47C20"/>
                </a:solidFill>
              </a:defRPr>
            </a:lvl8pPr>
            <a:lvl9pPr algn="r">
              <a:defRPr sz="1125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F47C20"/>
                </a:solidFill>
              </a:defRPr>
            </a:pPr>
            <a:r>
              <a:rPr sz="1125" b="1">
                <a:solidFill>
                  <a:srgbClr val="F47C20"/>
                </a:solidFill>
              </a:rPr>
              <a:t>CURRENT STATUS</a:t>
            </a:r>
          </a:p>
          <a:p xmlns:a="http://schemas.openxmlformats.org/drawingml/2006/main">
            <a:pPr algn="r">
              <a:defRPr sz="1125" b="1">
                <a:solidFill>
                  <a:srgbClr val="F47C20"/>
                </a:solidFill>
              </a:defRPr>
            </a:pPr>
            <a:r>
              <a:rPr sz="1125" b="1">
                <a:solidFill>
                  <a:srgbClr val="F47C20"/>
                </a:solidFill>
              </a:rPr>
              <a:t>Release gate open</a:t>
            </a:r>
          </a:p>
        </p:txBody>
      </p:sp>
    </p:spTree>
    <p:extLst>
      <p:ext uri="{BB962C8B-B14F-4D97-AF65-F5344CB8AC3E}">
        <p14:creationId xmlns:p14="http://schemas.microsoft.com/office/powerpoint/2010/main" val="1780365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98E23-E7EA-4E16-9CDA-BB2501F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47C20"/>
                </a:solidFill>
              </a:defRPr>
            </a:defPPr>
            <a:lvl1pPr algn="l">
              <a:defRPr sz="1050" b="1">
                <a:solidFill>
                  <a:srgbClr val="F47C20"/>
                </a:solidFill>
              </a:defRPr>
            </a:lvl1pPr>
            <a:lvl2pPr algn="l">
              <a:defRPr sz="1050" b="1">
                <a:solidFill>
                  <a:srgbClr val="F47C20"/>
                </a:solidFill>
              </a:defRPr>
            </a:lvl2pPr>
            <a:lvl3pPr algn="l">
              <a:defRPr sz="1050" b="1">
                <a:solidFill>
                  <a:srgbClr val="F47C20"/>
                </a:solidFill>
              </a:defRPr>
            </a:lvl3pPr>
            <a:lvl4pPr algn="l">
              <a:defRPr sz="1050" b="1">
                <a:solidFill>
                  <a:srgbClr val="F47C20"/>
                </a:solidFill>
              </a:defRPr>
            </a:lvl4pPr>
            <a:lvl5pPr algn="l">
              <a:defRPr sz="1050" b="1">
                <a:solidFill>
                  <a:srgbClr val="F47C20"/>
                </a:solidFill>
              </a:defRPr>
            </a:lvl5pPr>
            <a:lvl6pPr algn="l">
              <a:defRPr sz="1050" b="1">
                <a:solidFill>
                  <a:srgbClr val="F47C20"/>
                </a:solidFill>
              </a:defRPr>
            </a:lvl6pPr>
            <a:lvl7pPr algn="l">
              <a:defRPr sz="1050" b="1">
                <a:solidFill>
                  <a:srgbClr val="F47C20"/>
                </a:solidFill>
              </a:defRPr>
            </a:lvl7pPr>
            <a:lvl8pPr algn="l">
              <a:defRPr sz="1050" b="1">
                <a:solidFill>
                  <a:srgbClr val="F47C20"/>
                </a:solidFill>
              </a:defRPr>
            </a:lvl8pPr>
            <a:lvl9pPr algn="l">
              <a:defRPr sz="10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7C20"/>
                </a:solidFill>
              </a:defRPr>
            </a:pPr>
            <a:r>
              <a:rPr sz="1050" b="1">
                <a:solidFill>
                  <a:srgbClr val="F47C20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7EA21-B397-4F08-BF90-41BFECB3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242E"/>
                </a:solidFill>
              </a:defRPr>
            </a:defPPr>
            <a:lvl1pPr algn="l">
              <a:defRPr sz="2550" b="1">
                <a:solidFill>
                  <a:srgbClr val="17242E"/>
                </a:solidFill>
              </a:defRPr>
            </a:lvl1pPr>
            <a:lvl2pPr algn="l">
              <a:defRPr sz="2550" b="1">
                <a:solidFill>
                  <a:srgbClr val="17242E"/>
                </a:solidFill>
              </a:defRPr>
            </a:lvl2pPr>
            <a:lvl3pPr algn="l">
              <a:defRPr sz="2550" b="1">
                <a:solidFill>
                  <a:srgbClr val="17242E"/>
                </a:solidFill>
              </a:defRPr>
            </a:lvl3pPr>
            <a:lvl4pPr algn="l">
              <a:defRPr sz="2550" b="1">
                <a:solidFill>
                  <a:srgbClr val="17242E"/>
                </a:solidFill>
              </a:defRPr>
            </a:lvl4pPr>
            <a:lvl5pPr algn="l">
              <a:defRPr sz="2550" b="1">
                <a:solidFill>
                  <a:srgbClr val="17242E"/>
                </a:solidFill>
              </a:defRPr>
            </a:lvl5pPr>
            <a:lvl6pPr algn="l">
              <a:defRPr sz="2550" b="1">
                <a:solidFill>
                  <a:srgbClr val="17242E"/>
                </a:solidFill>
              </a:defRPr>
            </a:lvl6pPr>
            <a:lvl7pPr algn="l">
              <a:defRPr sz="2550" b="1">
                <a:solidFill>
                  <a:srgbClr val="17242E"/>
                </a:solidFill>
              </a:defRPr>
            </a:lvl7pPr>
            <a:lvl8pPr algn="l">
              <a:defRPr sz="2550" b="1">
                <a:solidFill>
                  <a:srgbClr val="17242E"/>
                </a:solidFill>
              </a:defRPr>
            </a:lvl8pPr>
            <a:lvl9pPr algn="l">
              <a:defRPr sz="25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2E"/>
                </a:solidFill>
              </a:defRPr>
            </a:pPr>
            <a:r>
              <a:rPr sz="2550" b="1">
                <a:solidFill>
                  <a:srgbClr val="17242E"/>
                </a:solidFill>
              </a:rPr>
              <a:t>What 1.3.1 represents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7B8C8-5590-4429-AFDF-C6C9A502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5DDCC-44ED-47DF-AA8E-5BEB10D8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47C20"/>
                </a:solidFill>
              </a:defRPr>
            </a:defPPr>
            <a:lvl1pPr algn="l">
              <a:defRPr sz="1350" b="1">
                <a:solidFill>
                  <a:srgbClr val="F47C20"/>
                </a:solidFill>
              </a:defRPr>
            </a:lvl1pPr>
            <a:lvl2pPr algn="l">
              <a:defRPr sz="1350" b="1">
                <a:solidFill>
                  <a:srgbClr val="F47C20"/>
                </a:solidFill>
              </a:defRPr>
            </a:lvl2pPr>
            <a:lvl3pPr algn="l">
              <a:defRPr sz="1350" b="1">
                <a:solidFill>
                  <a:srgbClr val="F47C20"/>
                </a:solidFill>
              </a:defRPr>
            </a:lvl3pPr>
            <a:lvl4pPr algn="l">
              <a:defRPr sz="1350" b="1">
                <a:solidFill>
                  <a:srgbClr val="F47C20"/>
                </a:solidFill>
              </a:defRPr>
            </a:lvl4pPr>
            <a:lvl5pPr algn="l">
              <a:defRPr sz="1350" b="1">
                <a:solidFill>
                  <a:srgbClr val="F47C20"/>
                </a:solidFill>
              </a:defRPr>
            </a:lvl5pPr>
            <a:lvl6pPr algn="l">
              <a:defRPr sz="1350" b="1">
                <a:solidFill>
                  <a:srgbClr val="F47C20"/>
                </a:solidFill>
              </a:defRPr>
            </a:lvl6pPr>
            <a:lvl7pPr algn="l">
              <a:defRPr sz="1350" b="1">
                <a:solidFill>
                  <a:srgbClr val="F47C20"/>
                </a:solidFill>
              </a:defRPr>
            </a:lvl7pPr>
            <a:lvl8pPr algn="l">
              <a:defRPr sz="1350" b="1">
                <a:solidFill>
                  <a:srgbClr val="F47C20"/>
                </a:solidFill>
              </a:defRPr>
            </a:lvl8pPr>
            <a:lvl9pPr algn="l">
              <a:defRPr sz="13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7C20"/>
                </a:solidFill>
              </a:defRPr>
            </a:pPr>
            <a:r>
              <a:rPr sz="1350" b="1">
                <a:solidFill>
                  <a:srgbClr val="F47C20"/>
                </a:solidFill>
              </a:rPr>
              <a:t>The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17E35-EB36-46D3-8C90-7F93E90B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7242E"/>
                </a:solidFill>
              </a:defRPr>
            </a:defPPr>
            <a:lvl1pPr algn="l">
              <a:defRPr sz="1875" b="1">
                <a:solidFill>
                  <a:srgbClr val="17242E"/>
                </a:solidFill>
              </a:defRPr>
            </a:lvl1pPr>
            <a:lvl2pPr algn="l">
              <a:defRPr sz="1875" b="1">
                <a:solidFill>
                  <a:srgbClr val="17242E"/>
                </a:solidFill>
              </a:defRPr>
            </a:lvl2pPr>
            <a:lvl3pPr algn="l">
              <a:defRPr sz="1875" b="1">
                <a:solidFill>
                  <a:srgbClr val="17242E"/>
                </a:solidFill>
              </a:defRPr>
            </a:lvl3pPr>
            <a:lvl4pPr algn="l">
              <a:defRPr sz="1875" b="1">
                <a:solidFill>
                  <a:srgbClr val="17242E"/>
                </a:solidFill>
              </a:defRPr>
            </a:lvl4pPr>
            <a:lvl5pPr algn="l">
              <a:defRPr sz="1875" b="1">
                <a:solidFill>
                  <a:srgbClr val="17242E"/>
                </a:solidFill>
              </a:defRPr>
            </a:lvl5pPr>
            <a:lvl6pPr algn="l">
              <a:defRPr sz="1875" b="1">
                <a:solidFill>
                  <a:srgbClr val="17242E"/>
                </a:solidFill>
              </a:defRPr>
            </a:lvl6pPr>
            <a:lvl7pPr algn="l">
              <a:defRPr sz="1875" b="1">
                <a:solidFill>
                  <a:srgbClr val="17242E"/>
                </a:solidFill>
              </a:defRPr>
            </a:lvl7pPr>
            <a:lvl8pPr algn="l">
              <a:defRPr sz="1875" b="1">
                <a:solidFill>
                  <a:srgbClr val="17242E"/>
                </a:solidFill>
              </a:defRPr>
            </a:lvl8pPr>
            <a:lvl9pPr algn="l">
              <a:defRPr sz="187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42E"/>
                </a:solidFill>
              </a:defRPr>
            </a:pPr>
            <a:r>
              <a:rPr sz="1875" b="1">
                <a:solidFill>
                  <a:srgbClr val="17242E"/>
                </a:solidFill>
              </a:rPr>
              <a:t>A specification-led SDLC harness that treats generated source as replaceable and verification authority as durable.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54677-1022-4A05-AEB3-D7AA05C9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A9D8F"/>
                </a:solidFill>
              </a:defRPr>
            </a:defPPr>
            <a:lvl1pPr algn="l">
              <a:defRPr sz="1350" b="1">
                <a:solidFill>
                  <a:srgbClr val="2A9D8F"/>
                </a:solidFill>
              </a:defRPr>
            </a:lvl1pPr>
            <a:lvl2pPr algn="l">
              <a:defRPr sz="1350" b="1">
                <a:solidFill>
                  <a:srgbClr val="2A9D8F"/>
                </a:solidFill>
              </a:defRPr>
            </a:lvl2pPr>
            <a:lvl3pPr algn="l">
              <a:defRPr sz="1350" b="1">
                <a:solidFill>
                  <a:srgbClr val="2A9D8F"/>
                </a:solidFill>
              </a:defRPr>
            </a:lvl3pPr>
            <a:lvl4pPr algn="l">
              <a:defRPr sz="1350" b="1">
                <a:solidFill>
                  <a:srgbClr val="2A9D8F"/>
                </a:solidFill>
              </a:defRPr>
            </a:lvl4pPr>
            <a:lvl5pPr algn="l">
              <a:defRPr sz="1350" b="1">
                <a:solidFill>
                  <a:srgbClr val="2A9D8F"/>
                </a:solidFill>
              </a:defRPr>
            </a:lvl5pPr>
            <a:lvl6pPr algn="l">
              <a:defRPr sz="1350" b="1">
                <a:solidFill>
                  <a:srgbClr val="2A9D8F"/>
                </a:solidFill>
              </a:defRPr>
            </a:lvl6pPr>
            <a:lvl7pPr algn="l">
              <a:defRPr sz="1350" b="1">
                <a:solidFill>
                  <a:srgbClr val="2A9D8F"/>
                </a:solidFill>
              </a:defRPr>
            </a:lvl7pPr>
            <a:lvl8pPr algn="l">
              <a:defRPr sz="1350" b="1">
                <a:solidFill>
                  <a:srgbClr val="2A9D8F"/>
                </a:solidFill>
              </a:defRPr>
            </a:lvl8pPr>
            <a:lvl9pPr algn="l">
              <a:defRPr sz="135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A9D8F"/>
                </a:solidFill>
              </a:defRPr>
            </a:pPr>
            <a:r>
              <a:rPr sz="1350" b="1">
                <a:solidFill>
                  <a:srgbClr val="2A9D8F"/>
                </a:solidFill>
              </a:rPr>
              <a:t>The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69795-74CD-494A-BFB6-570C755C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7242E"/>
                </a:solidFill>
              </a:defRPr>
            </a:defPPr>
            <a:lvl1pPr algn="l">
              <a:defRPr sz="1875" b="1">
                <a:solidFill>
                  <a:srgbClr val="17242E"/>
                </a:solidFill>
              </a:defRPr>
            </a:lvl1pPr>
            <a:lvl2pPr algn="l">
              <a:defRPr sz="1875" b="1">
                <a:solidFill>
                  <a:srgbClr val="17242E"/>
                </a:solidFill>
              </a:defRPr>
            </a:lvl2pPr>
            <a:lvl3pPr algn="l">
              <a:defRPr sz="1875" b="1">
                <a:solidFill>
                  <a:srgbClr val="17242E"/>
                </a:solidFill>
              </a:defRPr>
            </a:lvl3pPr>
            <a:lvl4pPr algn="l">
              <a:defRPr sz="1875" b="1">
                <a:solidFill>
                  <a:srgbClr val="17242E"/>
                </a:solidFill>
              </a:defRPr>
            </a:lvl4pPr>
            <a:lvl5pPr algn="l">
              <a:defRPr sz="1875" b="1">
                <a:solidFill>
                  <a:srgbClr val="17242E"/>
                </a:solidFill>
              </a:defRPr>
            </a:lvl5pPr>
            <a:lvl6pPr algn="l">
              <a:defRPr sz="1875" b="1">
                <a:solidFill>
                  <a:srgbClr val="17242E"/>
                </a:solidFill>
              </a:defRPr>
            </a:lvl6pPr>
            <a:lvl7pPr algn="l">
              <a:defRPr sz="1875" b="1">
                <a:solidFill>
                  <a:srgbClr val="17242E"/>
                </a:solidFill>
              </a:defRPr>
            </a:lvl7pPr>
            <a:lvl8pPr algn="l">
              <a:defRPr sz="1875" b="1">
                <a:solidFill>
                  <a:srgbClr val="17242E"/>
                </a:solidFill>
              </a:defRPr>
            </a:lvl8pPr>
            <a:lvl9pPr algn="l">
              <a:defRPr sz="187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42E"/>
                </a:solidFill>
              </a:defRPr>
            </a:pPr>
            <a:r>
              <a:rPr sz="1875" b="1">
                <a:solidFill>
                  <a:srgbClr val="17242E"/>
                </a:solidFill>
              </a:rPr>
              <a:t>A patch that joins a rebuilt onboarding film with stricter action custody, release governance and native Windows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A66AC-4F67-4EC6-B590-CEAF469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B6463A"/>
                </a:solidFill>
              </a:defRPr>
            </a:defPPr>
            <a:lvl1pPr algn="l">
              <a:defRPr sz="1350" b="1">
                <a:solidFill>
                  <a:srgbClr val="B6463A"/>
                </a:solidFill>
              </a:defRPr>
            </a:lvl1pPr>
            <a:lvl2pPr algn="l">
              <a:defRPr sz="1350" b="1">
                <a:solidFill>
                  <a:srgbClr val="B6463A"/>
                </a:solidFill>
              </a:defRPr>
            </a:lvl2pPr>
            <a:lvl3pPr algn="l">
              <a:defRPr sz="1350" b="1">
                <a:solidFill>
                  <a:srgbClr val="B6463A"/>
                </a:solidFill>
              </a:defRPr>
            </a:lvl3pPr>
            <a:lvl4pPr algn="l">
              <a:defRPr sz="1350" b="1">
                <a:solidFill>
                  <a:srgbClr val="B6463A"/>
                </a:solidFill>
              </a:defRPr>
            </a:lvl4pPr>
            <a:lvl5pPr algn="l">
              <a:defRPr sz="1350" b="1">
                <a:solidFill>
                  <a:srgbClr val="B6463A"/>
                </a:solidFill>
              </a:defRPr>
            </a:lvl5pPr>
            <a:lvl6pPr algn="l">
              <a:defRPr sz="1350" b="1">
                <a:solidFill>
                  <a:srgbClr val="B6463A"/>
                </a:solidFill>
              </a:defRPr>
            </a:lvl6pPr>
            <a:lvl7pPr algn="l">
              <a:defRPr sz="1350" b="1">
                <a:solidFill>
                  <a:srgbClr val="B6463A"/>
                </a:solidFill>
              </a:defRPr>
            </a:lvl7pPr>
            <a:lvl8pPr algn="l">
              <a:defRPr sz="1350" b="1">
                <a:solidFill>
                  <a:srgbClr val="B6463A"/>
                </a:solidFill>
              </a:defRPr>
            </a:lvl8pPr>
            <a:lvl9pPr algn="l">
              <a:defRPr sz="1350" b="1">
                <a:solidFill>
                  <a:srgbClr val="B646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6463A"/>
                </a:solidFill>
              </a:defRPr>
            </a:pPr>
            <a:r>
              <a:rPr sz="1350" b="1">
                <a:solidFill>
                  <a:srgbClr val="B6463A"/>
                </a:solidFill>
              </a:rPr>
              <a:t>The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18244-7CB7-46CD-9D9D-071EB771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7242E"/>
                </a:solidFill>
              </a:defRPr>
            </a:defPPr>
            <a:lvl1pPr algn="l">
              <a:defRPr sz="1875" b="1">
                <a:solidFill>
                  <a:srgbClr val="17242E"/>
                </a:solidFill>
              </a:defRPr>
            </a:lvl1pPr>
            <a:lvl2pPr algn="l">
              <a:defRPr sz="1875" b="1">
                <a:solidFill>
                  <a:srgbClr val="17242E"/>
                </a:solidFill>
              </a:defRPr>
            </a:lvl2pPr>
            <a:lvl3pPr algn="l">
              <a:defRPr sz="1875" b="1">
                <a:solidFill>
                  <a:srgbClr val="17242E"/>
                </a:solidFill>
              </a:defRPr>
            </a:lvl3pPr>
            <a:lvl4pPr algn="l">
              <a:defRPr sz="1875" b="1">
                <a:solidFill>
                  <a:srgbClr val="17242E"/>
                </a:solidFill>
              </a:defRPr>
            </a:lvl4pPr>
            <a:lvl5pPr algn="l">
              <a:defRPr sz="1875" b="1">
                <a:solidFill>
                  <a:srgbClr val="17242E"/>
                </a:solidFill>
              </a:defRPr>
            </a:lvl5pPr>
            <a:lvl6pPr algn="l">
              <a:defRPr sz="1875" b="1">
                <a:solidFill>
                  <a:srgbClr val="17242E"/>
                </a:solidFill>
              </a:defRPr>
            </a:lvl6pPr>
            <a:lvl7pPr algn="l">
              <a:defRPr sz="1875" b="1">
                <a:solidFill>
                  <a:srgbClr val="17242E"/>
                </a:solidFill>
              </a:defRPr>
            </a:lvl7pPr>
            <a:lvl8pPr algn="l">
              <a:defRPr sz="1875" b="1">
                <a:solidFill>
                  <a:srgbClr val="17242E"/>
                </a:solidFill>
              </a:defRPr>
            </a:lvl8pPr>
            <a:lvl9pPr algn="l">
              <a:defRPr sz="187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42E"/>
                </a:solidFill>
              </a:defRPr>
            </a:pPr>
            <a:r>
              <a:rPr sz="1875" b="1">
                <a:solidFill>
                  <a:srgbClr val="17242E"/>
                </a:solidFill>
              </a:rPr>
              <a:t>Exact-main CI is green. Publication waits on the seventeen remaining goals covering all thirteen open milestone issues, discoverable symposium documentation and this deck.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E16CE-5987-4EE4-B634-332636E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8EA84-80AF-4C99-9D1C-51A4EBD4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536675"/>
                </a:solidFill>
              </a:defRPr>
            </a:defPPr>
            <a:lvl1pPr algn="l">
              <a:defRPr sz="1650" b="0">
                <a:solidFill>
                  <a:srgbClr val="536675"/>
                </a:solidFill>
              </a:defRPr>
            </a:lvl1pPr>
            <a:lvl2pPr algn="l">
              <a:defRPr sz="1650" b="0">
                <a:solidFill>
                  <a:srgbClr val="536675"/>
                </a:solidFill>
              </a:defRPr>
            </a:lvl2pPr>
            <a:lvl3pPr algn="l">
              <a:defRPr sz="1650" b="0">
                <a:solidFill>
                  <a:srgbClr val="536675"/>
                </a:solidFill>
              </a:defRPr>
            </a:lvl3pPr>
            <a:lvl4pPr algn="l">
              <a:defRPr sz="1650" b="0">
                <a:solidFill>
                  <a:srgbClr val="536675"/>
                </a:solidFill>
              </a:defRPr>
            </a:lvl4pPr>
            <a:lvl5pPr algn="l">
              <a:defRPr sz="1650" b="0">
                <a:solidFill>
                  <a:srgbClr val="536675"/>
                </a:solidFill>
              </a:defRPr>
            </a:lvl5pPr>
            <a:lvl6pPr algn="l">
              <a:defRPr sz="1650" b="0">
                <a:solidFill>
                  <a:srgbClr val="536675"/>
                </a:solidFill>
              </a:defRPr>
            </a:lvl6pPr>
            <a:lvl7pPr algn="l">
              <a:defRPr sz="1650" b="0">
                <a:solidFill>
                  <a:srgbClr val="536675"/>
                </a:solidFill>
              </a:defRPr>
            </a:lvl7pPr>
            <a:lvl8pPr algn="l">
              <a:defRPr sz="1650" b="0">
                <a:solidFill>
                  <a:srgbClr val="536675"/>
                </a:solidFill>
              </a:defRPr>
            </a:lvl8pPr>
            <a:lvl9pPr algn="l">
              <a:defRPr sz="165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675"/>
                </a:solidFill>
              </a:defRPr>
            </a:pPr>
            <a:r>
              <a:rPr sz="1650" b="0">
                <a:solidFill>
                  <a:srgbClr val="536675"/>
                </a:solidFill>
              </a:rPr>
              <a:t>Release quality is defined by completed authority and retained evidence, not by elapsed schedule pressure.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00DF6-DDCD-4BE6-8637-C6B2C01E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536675"/>
                </a:solidFill>
              </a:defRPr>
            </a:defPPr>
            <a:lvl1pPr algn="l">
              <a:defRPr sz="900" b="0">
                <a:solidFill>
                  <a:srgbClr val="536675"/>
                </a:solidFill>
              </a:defRPr>
            </a:lvl1pPr>
            <a:lvl2pPr algn="l">
              <a:defRPr sz="900" b="0">
                <a:solidFill>
                  <a:srgbClr val="536675"/>
                </a:solidFill>
              </a:defRPr>
            </a:lvl2pPr>
            <a:lvl3pPr algn="l">
              <a:defRPr sz="900" b="0">
                <a:solidFill>
                  <a:srgbClr val="536675"/>
                </a:solidFill>
              </a:defRPr>
            </a:lvl3pPr>
            <a:lvl4pPr algn="l">
              <a:defRPr sz="900" b="0">
                <a:solidFill>
                  <a:srgbClr val="536675"/>
                </a:solidFill>
              </a:defRPr>
            </a:lvl4pPr>
            <a:lvl5pPr algn="l">
              <a:defRPr sz="900" b="0">
                <a:solidFill>
                  <a:srgbClr val="536675"/>
                </a:solidFill>
              </a:defRPr>
            </a:lvl5pPr>
            <a:lvl6pPr algn="l">
              <a:defRPr sz="900" b="0">
                <a:solidFill>
                  <a:srgbClr val="536675"/>
                </a:solidFill>
              </a:defRPr>
            </a:lvl6pPr>
            <a:lvl7pPr algn="l">
              <a:defRPr sz="900" b="0">
                <a:solidFill>
                  <a:srgbClr val="536675"/>
                </a:solidFill>
              </a:defRPr>
            </a:lvl7pPr>
            <a:lvl8pPr algn="l">
              <a:defRPr sz="900" b="0">
                <a:solidFill>
                  <a:srgbClr val="536675"/>
                </a:solidFill>
              </a:defRPr>
            </a:lvl8pPr>
            <a:lvl9pPr algn="l">
              <a:defRPr sz="90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675"/>
                </a:solidFill>
              </a:defRPr>
            </a:pPr>
            <a:r>
              <a:rPr sz="900" b="0">
                <a:solidFill>
                  <a:srgbClr val="536675"/>
                </a:solidFill>
              </a:rPr>
              <a:t>Literate AI 1.3.1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3DC8E-D5D8-4353-BE27-9FDDAE2A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536675"/>
                </a:solidFill>
              </a:defRPr>
            </a:defPPr>
            <a:lvl1pPr algn="r">
              <a:defRPr sz="900" b="1">
                <a:solidFill>
                  <a:srgbClr val="536675"/>
                </a:solidFill>
              </a:defRPr>
            </a:lvl1pPr>
            <a:lvl2pPr algn="r">
              <a:defRPr sz="900" b="1">
                <a:solidFill>
                  <a:srgbClr val="536675"/>
                </a:solidFill>
              </a:defRPr>
            </a:lvl2pPr>
            <a:lvl3pPr algn="r">
              <a:defRPr sz="900" b="1">
                <a:solidFill>
                  <a:srgbClr val="536675"/>
                </a:solidFill>
              </a:defRPr>
            </a:lvl3pPr>
            <a:lvl4pPr algn="r">
              <a:defRPr sz="900" b="1">
                <a:solidFill>
                  <a:srgbClr val="536675"/>
                </a:solidFill>
              </a:defRPr>
            </a:lvl4pPr>
            <a:lvl5pPr algn="r">
              <a:defRPr sz="900" b="1">
                <a:solidFill>
                  <a:srgbClr val="536675"/>
                </a:solidFill>
              </a:defRPr>
            </a:lvl5pPr>
            <a:lvl6pPr algn="r">
              <a:defRPr sz="900" b="1">
                <a:solidFill>
                  <a:srgbClr val="536675"/>
                </a:solidFill>
              </a:defRPr>
            </a:lvl6pPr>
            <a:lvl7pPr algn="r">
              <a:defRPr sz="900" b="1">
                <a:solidFill>
                  <a:srgbClr val="536675"/>
                </a:solidFill>
              </a:defRPr>
            </a:lvl7pPr>
            <a:lvl8pPr algn="r">
              <a:defRPr sz="900" b="1">
                <a:solidFill>
                  <a:srgbClr val="536675"/>
                </a:solidFill>
              </a:defRPr>
            </a:lvl8pPr>
            <a:lvl9pPr algn="r">
              <a:defRPr sz="900" b="1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36675"/>
                </a:solidFill>
              </a:defRPr>
            </a:pPr>
            <a:r>
              <a:rPr sz="900" b="1">
                <a:solidFill>
                  <a:srgbClr val="5366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6241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A4FEB-4BB5-4BF0-99F4-0BCDFCFA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47C20"/>
                </a:solidFill>
              </a:defRPr>
            </a:defPPr>
            <a:lvl1pPr algn="l">
              <a:defRPr sz="1050" b="1">
                <a:solidFill>
                  <a:srgbClr val="F47C20"/>
                </a:solidFill>
              </a:defRPr>
            </a:lvl1pPr>
            <a:lvl2pPr algn="l">
              <a:defRPr sz="1050" b="1">
                <a:solidFill>
                  <a:srgbClr val="F47C20"/>
                </a:solidFill>
              </a:defRPr>
            </a:lvl2pPr>
            <a:lvl3pPr algn="l">
              <a:defRPr sz="1050" b="1">
                <a:solidFill>
                  <a:srgbClr val="F47C20"/>
                </a:solidFill>
              </a:defRPr>
            </a:lvl3pPr>
            <a:lvl4pPr algn="l">
              <a:defRPr sz="1050" b="1">
                <a:solidFill>
                  <a:srgbClr val="F47C20"/>
                </a:solidFill>
              </a:defRPr>
            </a:lvl4pPr>
            <a:lvl5pPr algn="l">
              <a:defRPr sz="1050" b="1">
                <a:solidFill>
                  <a:srgbClr val="F47C20"/>
                </a:solidFill>
              </a:defRPr>
            </a:lvl5pPr>
            <a:lvl6pPr algn="l">
              <a:defRPr sz="1050" b="1">
                <a:solidFill>
                  <a:srgbClr val="F47C20"/>
                </a:solidFill>
              </a:defRPr>
            </a:lvl6pPr>
            <a:lvl7pPr algn="l">
              <a:defRPr sz="1050" b="1">
                <a:solidFill>
                  <a:srgbClr val="F47C20"/>
                </a:solidFill>
              </a:defRPr>
            </a:lvl7pPr>
            <a:lvl8pPr algn="l">
              <a:defRPr sz="1050" b="1">
                <a:solidFill>
                  <a:srgbClr val="F47C20"/>
                </a:solidFill>
              </a:defRPr>
            </a:lvl8pPr>
            <a:lvl9pPr algn="l">
              <a:defRPr sz="10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7C20"/>
                </a:solidFill>
              </a:defRPr>
            </a:pPr>
            <a:r>
              <a:rPr sz="1050" b="1">
                <a:solidFill>
                  <a:srgbClr val="F47C20"/>
                </a:solidFill>
              </a:rPr>
              <a:t>CORE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E3D59-F292-4D9D-B71E-8198916E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242E"/>
                </a:solidFill>
              </a:defRPr>
            </a:defPPr>
            <a:lvl1pPr algn="l">
              <a:defRPr sz="2550" b="1">
                <a:solidFill>
                  <a:srgbClr val="17242E"/>
                </a:solidFill>
              </a:defRPr>
            </a:lvl1pPr>
            <a:lvl2pPr algn="l">
              <a:defRPr sz="2550" b="1">
                <a:solidFill>
                  <a:srgbClr val="17242E"/>
                </a:solidFill>
              </a:defRPr>
            </a:lvl2pPr>
            <a:lvl3pPr algn="l">
              <a:defRPr sz="2550" b="1">
                <a:solidFill>
                  <a:srgbClr val="17242E"/>
                </a:solidFill>
              </a:defRPr>
            </a:lvl3pPr>
            <a:lvl4pPr algn="l">
              <a:defRPr sz="2550" b="1">
                <a:solidFill>
                  <a:srgbClr val="17242E"/>
                </a:solidFill>
              </a:defRPr>
            </a:lvl4pPr>
            <a:lvl5pPr algn="l">
              <a:defRPr sz="2550" b="1">
                <a:solidFill>
                  <a:srgbClr val="17242E"/>
                </a:solidFill>
              </a:defRPr>
            </a:lvl5pPr>
            <a:lvl6pPr algn="l">
              <a:defRPr sz="2550" b="1">
                <a:solidFill>
                  <a:srgbClr val="17242E"/>
                </a:solidFill>
              </a:defRPr>
            </a:lvl6pPr>
            <a:lvl7pPr algn="l">
              <a:defRPr sz="2550" b="1">
                <a:solidFill>
                  <a:srgbClr val="17242E"/>
                </a:solidFill>
              </a:defRPr>
            </a:lvl7pPr>
            <a:lvl8pPr algn="l">
              <a:defRPr sz="2550" b="1">
                <a:solidFill>
                  <a:srgbClr val="17242E"/>
                </a:solidFill>
              </a:defRPr>
            </a:lvl8pPr>
            <a:lvl9pPr algn="l">
              <a:defRPr sz="25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2E"/>
                </a:solidFill>
              </a:defRPr>
            </a:pPr>
            <a:r>
              <a:rPr sz="2550" b="1">
                <a:solidFill>
                  <a:srgbClr val="17242E"/>
                </a:solidFill>
              </a:rPr>
              <a:t>The Literate AI execution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057D4-E869-4C71-A17B-45E0BDEB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3D502-9DD3-44E9-BB43-1E413348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1B246-23F1-45E0-82D0-D7DAE4D4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D022A-265A-4C5B-AFAE-FA9889E0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17242E"/>
                </a:solidFill>
              </a:defRPr>
            </a:defPPr>
            <a:lvl1pPr algn="ctr">
              <a:defRPr sz="1200" b="0">
                <a:solidFill>
                  <a:srgbClr val="17242E"/>
                </a:solidFill>
              </a:defRPr>
            </a:lvl1pPr>
            <a:lvl2pPr algn="ctr">
              <a:defRPr sz="1200" b="0">
                <a:solidFill>
                  <a:srgbClr val="17242E"/>
                </a:solidFill>
              </a:defRPr>
            </a:lvl2pPr>
            <a:lvl3pPr algn="ctr">
              <a:defRPr sz="1200" b="0">
                <a:solidFill>
                  <a:srgbClr val="17242E"/>
                </a:solidFill>
              </a:defRPr>
            </a:lvl3pPr>
            <a:lvl4pPr algn="ctr">
              <a:defRPr sz="1200" b="0">
                <a:solidFill>
                  <a:srgbClr val="17242E"/>
                </a:solidFill>
              </a:defRPr>
            </a:lvl4pPr>
            <a:lvl5pPr algn="ctr">
              <a:defRPr sz="1200" b="0">
                <a:solidFill>
                  <a:srgbClr val="17242E"/>
                </a:solidFill>
              </a:defRPr>
            </a:lvl5pPr>
            <a:lvl6pPr algn="ctr">
              <a:defRPr sz="1200" b="0">
                <a:solidFill>
                  <a:srgbClr val="17242E"/>
                </a:solidFill>
              </a:defRPr>
            </a:lvl6pPr>
            <a:lvl7pPr algn="ctr">
              <a:defRPr sz="1200" b="0">
                <a:solidFill>
                  <a:srgbClr val="17242E"/>
                </a:solidFill>
              </a:defRPr>
            </a:lvl7pPr>
            <a:lvl8pPr algn="ctr">
              <a:defRPr sz="1200" b="0">
                <a:solidFill>
                  <a:srgbClr val="17242E"/>
                </a:solidFill>
              </a:defRPr>
            </a:lvl8pPr>
            <a:lvl9pPr algn="ctr">
              <a:defRPr sz="12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Specifications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Flavors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Skills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7FB3C-C0A2-49E3-A443-07AFA831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194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5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3C465-5E0C-450B-895B-C31181F0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9075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26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13351-2E29-45D8-8A7D-52D347A3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098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95D04-1552-4241-9463-9B512E4A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4810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17242E"/>
                </a:solidFill>
              </a:defRPr>
            </a:defPPr>
            <a:lvl1pPr algn="ctr">
              <a:defRPr sz="1200" b="0">
                <a:solidFill>
                  <a:srgbClr val="17242E"/>
                </a:solidFill>
              </a:defRPr>
            </a:lvl1pPr>
            <a:lvl2pPr algn="ctr">
              <a:defRPr sz="1200" b="0">
                <a:solidFill>
                  <a:srgbClr val="17242E"/>
                </a:solidFill>
              </a:defRPr>
            </a:lvl2pPr>
            <a:lvl3pPr algn="ctr">
              <a:defRPr sz="1200" b="0">
                <a:solidFill>
                  <a:srgbClr val="17242E"/>
                </a:solidFill>
              </a:defRPr>
            </a:lvl3pPr>
            <a:lvl4pPr algn="ctr">
              <a:defRPr sz="1200" b="0">
                <a:solidFill>
                  <a:srgbClr val="17242E"/>
                </a:solidFill>
              </a:defRPr>
            </a:lvl4pPr>
            <a:lvl5pPr algn="ctr">
              <a:defRPr sz="1200" b="0">
                <a:solidFill>
                  <a:srgbClr val="17242E"/>
                </a:solidFill>
              </a:defRPr>
            </a:lvl5pPr>
            <a:lvl6pPr algn="ctr">
              <a:defRPr sz="1200" b="0">
                <a:solidFill>
                  <a:srgbClr val="17242E"/>
                </a:solidFill>
              </a:defRPr>
            </a:lvl6pPr>
            <a:lvl7pPr algn="ctr">
              <a:defRPr sz="1200" b="0">
                <a:solidFill>
                  <a:srgbClr val="17242E"/>
                </a:solidFill>
              </a:defRPr>
            </a:lvl7pPr>
            <a:lvl8pPr algn="ctr">
              <a:defRPr sz="1200" b="0">
                <a:solidFill>
                  <a:srgbClr val="17242E"/>
                </a:solidFill>
              </a:defRPr>
            </a:lvl8pPr>
            <a:lvl9pPr algn="ctr">
              <a:defRPr sz="12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Exact DAG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Bounded tasks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Model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A0146-5ED9-473D-8839-C0882715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5B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348E1-6116-4C8A-A8B0-DD6F2370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B3014-0876-48BB-B9D6-D2536AD0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Generate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CED7E-B7A7-46BB-9638-1A0370F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17242E"/>
                </a:solidFill>
              </a:defRPr>
            </a:defPPr>
            <a:lvl1pPr algn="ctr">
              <a:defRPr sz="1200" b="0">
                <a:solidFill>
                  <a:srgbClr val="17242E"/>
                </a:solidFill>
              </a:defRPr>
            </a:lvl1pPr>
            <a:lvl2pPr algn="ctr">
              <a:defRPr sz="1200" b="0">
                <a:solidFill>
                  <a:srgbClr val="17242E"/>
                </a:solidFill>
              </a:defRPr>
            </a:lvl2pPr>
            <a:lvl3pPr algn="ctr">
              <a:defRPr sz="1200" b="0">
                <a:solidFill>
                  <a:srgbClr val="17242E"/>
                </a:solidFill>
              </a:defRPr>
            </a:lvl3pPr>
            <a:lvl4pPr algn="ctr">
              <a:defRPr sz="1200" b="0">
                <a:solidFill>
                  <a:srgbClr val="17242E"/>
                </a:solidFill>
              </a:defRPr>
            </a:lvl4pPr>
            <a:lvl5pPr algn="ctr">
              <a:defRPr sz="1200" b="0">
                <a:solidFill>
                  <a:srgbClr val="17242E"/>
                </a:solidFill>
              </a:defRPr>
            </a:lvl5pPr>
            <a:lvl6pPr algn="ctr">
              <a:defRPr sz="1200" b="0">
                <a:solidFill>
                  <a:srgbClr val="17242E"/>
                </a:solidFill>
              </a:defRPr>
            </a:lvl6pPr>
            <a:lvl7pPr algn="ctr">
              <a:defRPr sz="1200" b="0">
                <a:solidFill>
                  <a:srgbClr val="17242E"/>
                </a:solidFill>
              </a:defRPr>
            </a:lvl7pPr>
            <a:lvl8pPr algn="ctr">
              <a:defRPr sz="1200" b="0">
                <a:solidFill>
                  <a:srgbClr val="17242E"/>
                </a:solidFill>
              </a:defRPr>
            </a:lvl8pPr>
            <a:lvl9pPr algn="ctr">
              <a:defRPr sz="12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Source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Tests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CycloneDX SBOM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80602-18F1-42C9-8D69-4E5A0114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194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5B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E1D08-BF84-4EEB-B961-C536E883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9075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E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0D351-D4EC-4063-84A2-152AE601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98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C3085-6628-49DC-A1A7-9DAC8114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810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17242E"/>
                </a:solidFill>
              </a:defRPr>
            </a:defPPr>
            <a:lvl1pPr algn="ctr">
              <a:defRPr sz="1200" b="0">
                <a:solidFill>
                  <a:srgbClr val="17242E"/>
                </a:solidFill>
              </a:defRPr>
            </a:lvl1pPr>
            <a:lvl2pPr algn="ctr">
              <a:defRPr sz="1200" b="0">
                <a:solidFill>
                  <a:srgbClr val="17242E"/>
                </a:solidFill>
              </a:defRPr>
            </a:lvl2pPr>
            <a:lvl3pPr algn="ctr">
              <a:defRPr sz="1200" b="0">
                <a:solidFill>
                  <a:srgbClr val="17242E"/>
                </a:solidFill>
              </a:defRPr>
            </a:lvl3pPr>
            <a:lvl4pPr algn="ctr">
              <a:defRPr sz="1200" b="0">
                <a:solidFill>
                  <a:srgbClr val="17242E"/>
                </a:solidFill>
              </a:defRPr>
            </a:lvl4pPr>
            <a:lvl5pPr algn="ctr">
              <a:defRPr sz="1200" b="0">
                <a:solidFill>
                  <a:srgbClr val="17242E"/>
                </a:solidFill>
              </a:defRPr>
            </a:lvl5pPr>
            <a:lvl6pPr algn="ctr">
              <a:defRPr sz="1200" b="0">
                <a:solidFill>
                  <a:srgbClr val="17242E"/>
                </a:solidFill>
              </a:defRPr>
            </a:lvl6pPr>
            <a:lvl7pPr algn="ctr">
              <a:defRPr sz="1200" b="0">
                <a:solidFill>
                  <a:srgbClr val="17242E"/>
                </a:solidFill>
              </a:defRPr>
            </a:lvl7pPr>
            <a:lvl8pPr algn="ctr">
              <a:defRPr sz="1200" b="0">
                <a:solidFill>
                  <a:srgbClr val="17242E"/>
                </a:solidFill>
              </a:defRPr>
            </a:lvl8pPr>
            <a:lvl9pPr algn="ctr">
              <a:defRPr sz="12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Build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Run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Independent acceptance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91D8B-D7BD-44E0-9A50-6344F775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194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5B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E2F60-2296-41D9-B011-A79BF95B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9075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A5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6CC9D-744F-462F-962E-7E4D893D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098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AE6F8-E134-4172-9B32-6540E11C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4810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17242E"/>
                </a:solidFill>
              </a:defRPr>
            </a:defPPr>
            <a:lvl1pPr algn="ctr">
              <a:defRPr sz="1200" b="0">
                <a:solidFill>
                  <a:srgbClr val="17242E"/>
                </a:solidFill>
              </a:defRPr>
            </a:lvl1pPr>
            <a:lvl2pPr algn="ctr">
              <a:defRPr sz="1200" b="0">
                <a:solidFill>
                  <a:srgbClr val="17242E"/>
                </a:solidFill>
              </a:defRPr>
            </a:lvl2pPr>
            <a:lvl3pPr algn="ctr">
              <a:defRPr sz="1200" b="0">
                <a:solidFill>
                  <a:srgbClr val="17242E"/>
                </a:solidFill>
              </a:defRPr>
            </a:lvl3pPr>
            <a:lvl4pPr algn="ctr">
              <a:defRPr sz="1200" b="0">
                <a:solidFill>
                  <a:srgbClr val="17242E"/>
                </a:solidFill>
              </a:defRPr>
            </a:lvl4pPr>
            <a:lvl5pPr algn="ctr">
              <a:defRPr sz="1200" b="0">
                <a:solidFill>
                  <a:srgbClr val="17242E"/>
                </a:solidFill>
              </a:defRPr>
            </a:lvl5pPr>
            <a:lvl6pPr algn="ctr">
              <a:defRPr sz="1200" b="0">
                <a:solidFill>
                  <a:srgbClr val="17242E"/>
                </a:solidFill>
              </a:defRPr>
            </a:lvl6pPr>
            <a:lvl7pPr algn="ctr">
              <a:defRPr sz="1200" b="0">
                <a:solidFill>
                  <a:srgbClr val="17242E"/>
                </a:solidFill>
              </a:defRPr>
            </a:lvl7pPr>
            <a:lvl8pPr algn="ctr">
              <a:defRPr sz="1200" b="0">
                <a:solidFill>
                  <a:srgbClr val="17242E"/>
                </a:solidFill>
              </a:defRPr>
            </a:lvl8pPr>
            <a:lvl9pPr algn="ctr">
              <a:defRPr sz="12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Artifact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Provenance</a:t>
            </a:r>
          </a:p>
          <a:p xmlns:a="http://schemas.openxmlformats.org/drawingml/2006/main">
            <a:pPr algn="ctr">
              <a:defRPr sz="1200" b="0">
                <a:solidFill>
                  <a:srgbClr val="17242E"/>
                </a:solidFill>
              </a:defRPr>
            </a:pPr>
            <a:r>
              <a:rPr sz="1200" b="0">
                <a:solidFill>
                  <a:srgbClr val="17242E"/>
                </a:solidFill>
              </a:rPr>
              <a:t>Test receipt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F0F23B-D73D-4176-ADE2-C975A7BE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536675"/>
                </a:solidFill>
              </a:defRPr>
            </a:defPPr>
            <a:lvl1pPr algn="ctr">
              <a:defRPr sz="1500" b="1">
                <a:solidFill>
                  <a:srgbClr val="536675"/>
                </a:solidFill>
              </a:defRPr>
            </a:lvl1pPr>
            <a:lvl2pPr algn="ctr">
              <a:defRPr sz="1500" b="1">
                <a:solidFill>
                  <a:srgbClr val="536675"/>
                </a:solidFill>
              </a:defRPr>
            </a:lvl2pPr>
            <a:lvl3pPr algn="ctr">
              <a:defRPr sz="1500" b="1">
                <a:solidFill>
                  <a:srgbClr val="536675"/>
                </a:solidFill>
              </a:defRPr>
            </a:lvl3pPr>
            <a:lvl4pPr algn="ctr">
              <a:defRPr sz="1500" b="1">
                <a:solidFill>
                  <a:srgbClr val="536675"/>
                </a:solidFill>
              </a:defRPr>
            </a:lvl4pPr>
            <a:lvl5pPr algn="ctr">
              <a:defRPr sz="1500" b="1">
                <a:solidFill>
                  <a:srgbClr val="536675"/>
                </a:solidFill>
              </a:defRPr>
            </a:lvl5pPr>
            <a:lvl6pPr algn="ctr">
              <a:defRPr sz="1500" b="1">
                <a:solidFill>
                  <a:srgbClr val="536675"/>
                </a:solidFill>
              </a:defRPr>
            </a:lvl6pPr>
            <a:lvl7pPr algn="ctr">
              <a:defRPr sz="1500" b="1">
                <a:solidFill>
                  <a:srgbClr val="536675"/>
                </a:solidFill>
              </a:defRPr>
            </a:lvl7pPr>
            <a:lvl8pPr algn="ctr">
              <a:defRPr sz="1500" b="1">
                <a:solidFill>
                  <a:srgbClr val="536675"/>
                </a:solidFill>
              </a:defRPr>
            </a:lvl8pPr>
            <a:lvl9pPr algn="ctr">
              <a:defRPr sz="1500" b="1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536675"/>
                </a:solidFill>
              </a:defRPr>
            </a:pPr>
            <a:r>
              <a:rPr sz="1500" b="1">
                <a:solidFill>
                  <a:srgbClr val="536675"/>
                </a:solidFill>
              </a:rPr>
              <a:t>Cache removal changes cost, not meaning. A changed authority input changes identity.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A2FA9-B4E7-4A0B-A933-0433A52B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536675"/>
                </a:solidFill>
              </a:defRPr>
            </a:defPPr>
            <a:lvl1pPr algn="l">
              <a:defRPr sz="900" b="0">
                <a:solidFill>
                  <a:srgbClr val="536675"/>
                </a:solidFill>
              </a:defRPr>
            </a:lvl1pPr>
            <a:lvl2pPr algn="l">
              <a:defRPr sz="900" b="0">
                <a:solidFill>
                  <a:srgbClr val="536675"/>
                </a:solidFill>
              </a:defRPr>
            </a:lvl2pPr>
            <a:lvl3pPr algn="l">
              <a:defRPr sz="900" b="0">
                <a:solidFill>
                  <a:srgbClr val="536675"/>
                </a:solidFill>
              </a:defRPr>
            </a:lvl3pPr>
            <a:lvl4pPr algn="l">
              <a:defRPr sz="900" b="0">
                <a:solidFill>
                  <a:srgbClr val="536675"/>
                </a:solidFill>
              </a:defRPr>
            </a:lvl4pPr>
            <a:lvl5pPr algn="l">
              <a:defRPr sz="900" b="0">
                <a:solidFill>
                  <a:srgbClr val="536675"/>
                </a:solidFill>
              </a:defRPr>
            </a:lvl5pPr>
            <a:lvl6pPr algn="l">
              <a:defRPr sz="900" b="0">
                <a:solidFill>
                  <a:srgbClr val="536675"/>
                </a:solidFill>
              </a:defRPr>
            </a:lvl6pPr>
            <a:lvl7pPr algn="l">
              <a:defRPr sz="900" b="0">
                <a:solidFill>
                  <a:srgbClr val="536675"/>
                </a:solidFill>
              </a:defRPr>
            </a:lvl7pPr>
            <a:lvl8pPr algn="l">
              <a:defRPr sz="900" b="0">
                <a:solidFill>
                  <a:srgbClr val="536675"/>
                </a:solidFill>
              </a:defRPr>
            </a:lvl8pPr>
            <a:lvl9pPr algn="l">
              <a:defRPr sz="90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675"/>
                </a:solidFill>
              </a:defRPr>
            </a:pPr>
            <a:r>
              <a:rPr sz="900" b="0">
                <a:solidFill>
                  <a:srgbClr val="536675"/>
                </a:solidFill>
              </a:rPr>
              <a:t>Literate AI 1.3.1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58DBB-6DAC-4C0F-818B-C7AC7EAD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536675"/>
                </a:solidFill>
              </a:defRPr>
            </a:defPPr>
            <a:lvl1pPr algn="r">
              <a:defRPr sz="900" b="1">
                <a:solidFill>
                  <a:srgbClr val="536675"/>
                </a:solidFill>
              </a:defRPr>
            </a:lvl1pPr>
            <a:lvl2pPr algn="r">
              <a:defRPr sz="900" b="1">
                <a:solidFill>
                  <a:srgbClr val="536675"/>
                </a:solidFill>
              </a:defRPr>
            </a:lvl2pPr>
            <a:lvl3pPr algn="r">
              <a:defRPr sz="900" b="1">
                <a:solidFill>
                  <a:srgbClr val="536675"/>
                </a:solidFill>
              </a:defRPr>
            </a:lvl3pPr>
            <a:lvl4pPr algn="r">
              <a:defRPr sz="900" b="1">
                <a:solidFill>
                  <a:srgbClr val="536675"/>
                </a:solidFill>
              </a:defRPr>
            </a:lvl4pPr>
            <a:lvl5pPr algn="r">
              <a:defRPr sz="900" b="1">
                <a:solidFill>
                  <a:srgbClr val="536675"/>
                </a:solidFill>
              </a:defRPr>
            </a:lvl5pPr>
            <a:lvl6pPr algn="r">
              <a:defRPr sz="900" b="1">
                <a:solidFill>
                  <a:srgbClr val="536675"/>
                </a:solidFill>
              </a:defRPr>
            </a:lvl6pPr>
            <a:lvl7pPr algn="r">
              <a:defRPr sz="900" b="1">
                <a:solidFill>
                  <a:srgbClr val="536675"/>
                </a:solidFill>
              </a:defRPr>
            </a:lvl7pPr>
            <a:lvl8pPr algn="r">
              <a:defRPr sz="900" b="1">
                <a:solidFill>
                  <a:srgbClr val="536675"/>
                </a:solidFill>
              </a:defRPr>
            </a:lvl8pPr>
            <a:lvl9pPr algn="r">
              <a:defRPr sz="900" b="1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36675"/>
                </a:solidFill>
              </a:defRPr>
            </a:pPr>
            <a:r>
              <a:rPr sz="900" b="1">
                <a:solidFill>
                  <a:srgbClr val="53667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56051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528DE-3EDD-4DFE-93C4-57C29E3C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47C20"/>
                </a:solidFill>
              </a:defRPr>
            </a:defPPr>
            <a:lvl1pPr algn="l">
              <a:defRPr sz="1050" b="1">
                <a:solidFill>
                  <a:srgbClr val="F47C20"/>
                </a:solidFill>
              </a:defRPr>
            </a:lvl1pPr>
            <a:lvl2pPr algn="l">
              <a:defRPr sz="1050" b="1">
                <a:solidFill>
                  <a:srgbClr val="F47C20"/>
                </a:solidFill>
              </a:defRPr>
            </a:lvl2pPr>
            <a:lvl3pPr algn="l">
              <a:defRPr sz="1050" b="1">
                <a:solidFill>
                  <a:srgbClr val="F47C20"/>
                </a:solidFill>
              </a:defRPr>
            </a:lvl3pPr>
            <a:lvl4pPr algn="l">
              <a:defRPr sz="1050" b="1">
                <a:solidFill>
                  <a:srgbClr val="F47C20"/>
                </a:solidFill>
              </a:defRPr>
            </a:lvl4pPr>
            <a:lvl5pPr algn="l">
              <a:defRPr sz="1050" b="1">
                <a:solidFill>
                  <a:srgbClr val="F47C20"/>
                </a:solidFill>
              </a:defRPr>
            </a:lvl5pPr>
            <a:lvl6pPr algn="l">
              <a:defRPr sz="1050" b="1">
                <a:solidFill>
                  <a:srgbClr val="F47C20"/>
                </a:solidFill>
              </a:defRPr>
            </a:lvl6pPr>
            <a:lvl7pPr algn="l">
              <a:defRPr sz="1050" b="1">
                <a:solidFill>
                  <a:srgbClr val="F47C20"/>
                </a:solidFill>
              </a:defRPr>
            </a:lvl7pPr>
            <a:lvl8pPr algn="l">
              <a:defRPr sz="1050" b="1">
                <a:solidFill>
                  <a:srgbClr val="F47C20"/>
                </a:solidFill>
              </a:defRPr>
            </a:lvl8pPr>
            <a:lvl9pPr algn="l">
              <a:defRPr sz="10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7C20"/>
                </a:solidFill>
              </a:defRPr>
            </a:pPr>
            <a:r>
              <a:rPr sz="1050" b="1">
                <a:solidFill>
                  <a:srgbClr val="F47C20"/>
                </a:solidFill>
              </a:rPr>
              <a:t>CORE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504B9-F9E2-42D7-AF7F-A63ED88F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242E"/>
                </a:solidFill>
              </a:defRPr>
            </a:defPPr>
            <a:lvl1pPr algn="l">
              <a:defRPr sz="2550" b="1">
                <a:solidFill>
                  <a:srgbClr val="17242E"/>
                </a:solidFill>
              </a:defRPr>
            </a:lvl1pPr>
            <a:lvl2pPr algn="l">
              <a:defRPr sz="2550" b="1">
                <a:solidFill>
                  <a:srgbClr val="17242E"/>
                </a:solidFill>
              </a:defRPr>
            </a:lvl2pPr>
            <a:lvl3pPr algn="l">
              <a:defRPr sz="2550" b="1">
                <a:solidFill>
                  <a:srgbClr val="17242E"/>
                </a:solidFill>
              </a:defRPr>
            </a:lvl3pPr>
            <a:lvl4pPr algn="l">
              <a:defRPr sz="2550" b="1">
                <a:solidFill>
                  <a:srgbClr val="17242E"/>
                </a:solidFill>
              </a:defRPr>
            </a:lvl4pPr>
            <a:lvl5pPr algn="l">
              <a:defRPr sz="2550" b="1">
                <a:solidFill>
                  <a:srgbClr val="17242E"/>
                </a:solidFill>
              </a:defRPr>
            </a:lvl5pPr>
            <a:lvl6pPr algn="l">
              <a:defRPr sz="2550" b="1">
                <a:solidFill>
                  <a:srgbClr val="17242E"/>
                </a:solidFill>
              </a:defRPr>
            </a:lvl6pPr>
            <a:lvl7pPr algn="l">
              <a:defRPr sz="2550" b="1">
                <a:solidFill>
                  <a:srgbClr val="17242E"/>
                </a:solidFill>
              </a:defRPr>
            </a:lvl7pPr>
            <a:lvl8pPr algn="l">
              <a:defRPr sz="2550" b="1">
                <a:solidFill>
                  <a:srgbClr val="17242E"/>
                </a:solidFill>
              </a:defRPr>
            </a:lvl8pPr>
            <a:lvl9pPr algn="l">
              <a:defRPr sz="25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2E"/>
                </a:solidFill>
              </a:defRPr>
            </a:pPr>
            <a:r>
              <a:rPr sz="2550" b="1">
                <a:solidFill>
                  <a:srgbClr val="17242E"/>
                </a:solidFill>
              </a:rPr>
              <a:t>What remains first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08406-F8F3-4A90-9226-3B08C218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A9E9D-AC05-48F3-87DF-AA212245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47C20"/>
                </a:solidFill>
              </a:defRPr>
            </a:defPPr>
            <a:lvl1pPr algn="l">
              <a:defRPr sz="1500" b="1">
                <a:solidFill>
                  <a:srgbClr val="F47C20"/>
                </a:solidFill>
              </a:defRPr>
            </a:lvl1pPr>
            <a:lvl2pPr algn="l">
              <a:defRPr sz="1500" b="1">
                <a:solidFill>
                  <a:srgbClr val="F47C20"/>
                </a:solidFill>
              </a:defRPr>
            </a:lvl2pPr>
            <a:lvl3pPr algn="l">
              <a:defRPr sz="1500" b="1">
                <a:solidFill>
                  <a:srgbClr val="F47C20"/>
                </a:solidFill>
              </a:defRPr>
            </a:lvl3pPr>
            <a:lvl4pPr algn="l">
              <a:defRPr sz="1500" b="1">
                <a:solidFill>
                  <a:srgbClr val="F47C20"/>
                </a:solidFill>
              </a:defRPr>
            </a:lvl4pPr>
            <a:lvl5pPr algn="l">
              <a:defRPr sz="1500" b="1">
                <a:solidFill>
                  <a:srgbClr val="F47C20"/>
                </a:solidFill>
              </a:defRPr>
            </a:lvl5pPr>
            <a:lvl6pPr algn="l">
              <a:defRPr sz="1500" b="1">
                <a:solidFill>
                  <a:srgbClr val="F47C20"/>
                </a:solidFill>
              </a:defRPr>
            </a:lvl6pPr>
            <a:lvl7pPr algn="l">
              <a:defRPr sz="1500" b="1">
                <a:solidFill>
                  <a:srgbClr val="F47C20"/>
                </a:solidFill>
              </a:defRPr>
            </a:lvl7pPr>
            <a:lvl8pPr algn="l">
              <a:defRPr sz="1500" b="1">
                <a:solidFill>
                  <a:srgbClr val="F47C20"/>
                </a:solidFill>
              </a:defRPr>
            </a:lvl8pPr>
            <a:lvl9pPr algn="l">
              <a:defRPr sz="150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7C20"/>
                </a:solidFill>
              </a:defRPr>
            </a:pPr>
            <a:r>
              <a:rPr sz="1500" b="1">
                <a:solidFill>
                  <a:srgbClr val="F47C20"/>
                </a:solidFill>
              </a:rPr>
              <a:t>Components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067E0-77C1-447A-BA9F-B18C0DC3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43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8B13C-663A-40D8-9555-DDEDAE38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02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42E"/>
                </a:solidFill>
              </a:defRPr>
            </a:defPPr>
            <a:lvl1pPr algn="l">
              <a:defRPr sz="1500" b="0">
                <a:solidFill>
                  <a:srgbClr val="17242E"/>
                </a:solidFill>
              </a:defRPr>
            </a:lvl1pPr>
            <a:lvl2pPr algn="l">
              <a:defRPr sz="1500" b="0">
                <a:solidFill>
                  <a:srgbClr val="17242E"/>
                </a:solidFill>
              </a:defRPr>
            </a:lvl2pPr>
            <a:lvl3pPr algn="l">
              <a:defRPr sz="1500" b="0">
                <a:solidFill>
                  <a:srgbClr val="17242E"/>
                </a:solidFill>
              </a:defRPr>
            </a:lvl3pPr>
            <a:lvl4pPr algn="l">
              <a:defRPr sz="1500" b="0">
                <a:solidFill>
                  <a:srgbClr val="17242E"/>
                </a:solidFill>
              </a:defRPr>
            </a:lvl4pPr>
            <a:lvl5pPr algn="l">
              <a:defRPr sz="1500" b="0">
                <a:solidFill>
                  <a:srgbClr val="17242E"/>
                </a:solidFill>
              </a:defRPr>
            </a:lvl5pPr>
            <a:lvl6pPr algn="l">
              <a:defRPr sz="1500" b="0">
                <a:solidFill>
                  <a:srgbClr val="17242E"/>
                </a:solidFill>
              </a:defRPr>
            </a:lvl6pPr>
            <a:lvl7pPr algn="l">
              <a:defRPr sz="1500" b="0">
                <a:solidFill>
                  <a:srgbClr val="17242E"/>
                </a:solidFill>
              </a:defRPr>
            </a:lvl7pPr>
            <a:lvl8pPr algn="l">
              <a:defRPr sz="1500" b="0">
                <a:solidFill>
                  <a:srgbClr val="17242E"/>
                </a:solidFill>
              </a:defRPr>
            </a:lvl8pPr>
            <a:lvl9pPr algn="l">
              <a:defRPr sz="15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42E"/>
                </a:solidFill>
              </a:defRPr>
            </a:pPr>
            <a:r>
              <a:rPr sz="1500" b="0">
                <a:solidFill>
                  <a:srgbClr val="17242E"/>
                </a:solidFill>
              </a:rPr>
              <a:t>Behavior, contracts, composition and acceptance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C2D5D-9159-4A25-91FF-A29B9C9A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2A9D8F"/>
                </a:solidFill>
              </a:defRPr>
            </a:defPPr>
            <a:lvl1pPr algn="l">
              <a:defRPr sz="1500" b="1">
                <a:solidFill>
                  <a:srgbClr val="2A9D8F"/>
                </a:solidFill>
              </a:defRPr>
            </a:lvl1pPr>
            <a:lvl2pPr algn="l">
              <a:defRPr sz="1500" b="1">
                <a:solidFill>
                  <a:srgbClr val="2A9D8F"/>
                </a:solidFill>
              </a:defRPr>
            </a:lvl2pPr>
            <a:lvl3pPr algn="l">
              <a:defRPr sz="1500" b="1">
                <a:solidFill>
                  <a:srgbClr val="2A9D8F"/>
                </a:solidFill>
              </a:defRPr>
            </a:lvl3pPr>
            <a:lvl4pPr algn="l">
              <a:defRPr sz="1500" b="1">
                <a:solidFill>
                  <a:srgbClr val="2A9D8F"/>
                </a:solidFill>
              </a:defRPr>
            </a:lvl4pPr>
            <a:lvl5pPr algn="l">
              <a:defRPr sz="1500" b="1">
                <a:solidFill>
                  <a:srgbClr val="2A9D8F"/>
                </a:solidFill>
              </a:defRPr>
            </a:lvl5pPr>
            <a:lvl6pPr algn="l">
              <a:defRPr sz="1500" b="1">
                <a:solidFill>
                  <a:srgbClr val="2A9D8F"/>
                </a:solidFill>
              </a:defRPr>
            </a:lvl6pPr>
            <a:lvl7pPr algn="l">
              <a:defRPr sz="1500" b="1">
                <a:solidFill>
                  <a:srgbClr val="2A9D8F"/>
                </a:solidFill>
              </a:defRPr>
            </a:lvl7pPr>
            <a:lvl8pPr algn="l">
              <a:defRPr sz="1500" b="1">
                <a:solidFill>
                  <a:srgbClr val="2A9D8F"/>
                </a:solidFill>
              </a:defRPr>
            </a:lvl8pPr>
            <a:lvl9pPr algn="l">
              <a:defRPr sz="150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A9D8F"/>
                </a:solidFill>
              </a:defRPr>
            </a:pPr>
            <a:r>
              <a:rPr sz="1500" b="1">
                <a:solidFill>
                  <a:srgbClr val="2A9D8F"/>
                </a:solidFill>
              </a:rPr>
              <a:t>Assets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3495F-F753-4B1B-9EAA-716DE38E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670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29BDC-DB4B-4658-9EC0-C8663CAF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241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42E"/>
                </a:solidFill>
              </a:defRPr>
            </a:defPPr>
            <a:lvl1pPr algn="l">
              <a:defRPr sz="1500" b="0">
                <a:solidFill>
                  <a:srgbClr val="17242E"/>
                </a:solidFill>
              </a:defRPr>
            </a:lvl1pPr>
            <a:lvl2pPr algn="l">
              <a:defRPr sz="1500" b="0">
                <a:solidFill>
                  <a:srgbClr val="17242E"/>
                </a:solidFill>
              </a:defRPr>
            </a:lvl2pPr>
            <a:lvl3pPr algn="l">
              <a:defRPr sz="1500" b="0">
                <a:solidFill>
                  <a:srgbClr val="17242E"/>
                </a:solidFill>
              </a:defRPr>
            </a:lvl3pPr>
            <a:lvl4pPr algn="l">
              <a:defRPr sz="1500" b="0">
                <a:solidFill>
                  <a:srgbClr val="17242E"/>
                </a:solidFill>
              </a:defRPr>
            </a:lvl4pPr>
            <a:lvl5pPr algn="l">
              <a:defRPr sz="1500" b="0">
                <a:solidFill>
                  <a:srgbClr val="17242E"/>
                </a:solidFill>
              </a:defRPr>
            </a:lvl5pPr>
            <a:lvl6pPr algn="l">
              <a:defRPr sz="1500" b="0">
                <a:solidFill>
                  <a:srgbClr val="17242E"/>
                </a:solidFill>
              </a:defRPr>
            </a:lvl6pPr>
            <a:lvl7pPr algn="l">
              <a:defRPr sz="1500" b="0">
                <a:solidFill>
                  <a:srgbClr val="17242E"/>
                </a:solidFill>
              </a:defRPr>
            </a:lvl7pPr>
            <a:lvl8pPr algn="l">
              <a:defRPr sz="1500" b="0">
                <a:solidFill>
                  <a:srgbClr val="17242E"/>
                </a:solidFill>
              </a:defRPr>
            </a:lvl8pPr>
            <a:lvl9pPr algn="l">
              <a:defRPr sz="15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42E"/>
                </a:solidFill>
              </a:defRPr>
            </a:pPr>
            <a:r>
              <a:rPr sz="1500" b="0">
                <a:solidFill>
                  <a:srgbClr val="17242E"/>
                </a:solidFill>
              </a:rPr>
              <a:t>Exact required bytes, referenced without surrendering custody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BE628-0336-4324-A00E-E4AE3494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47C20"/>
                </a:solidFill>
              </a:defRPr>
            </a:defPPr>
            <a:lvl1pPr algn="l">
              <a:defRPr sz="1500" b="1">
                <a:solidFill>
                  <a:srgbClr val="F47C20"/>
                </a:solidFill>
              </a:defRPr>
            </a:lvl1pPr>
            <a:lvl2pPr algn="l">
              <a:defRPr sz="1500" b="1">
                <a:solidFill>
                  <a:srgbClr val="F47C20"/>
                </a:solidFill>
              </a:defRPr>
            </a:lvl2pPr>
            <a:lvl3pPr algn="l">
              <a:defRPr sz="1500" b="1">
                <a:solidFill>
                  <a:srgbClr val="F47C20"/>
                </a:solidFill>
              </a:defRPr>
            </a:lvl3pPr>
            <a:lvl4pPr algn="l">
              <a:defRPr sz="1500" b="1">
                <a:solidFill>
                  <a:srgbClr val="F47C20"/>
                </a:solidFill>
              </a:defRPr>
            </a:lvl4pPr>
            <a:lvl5pPr algn="l">
              <a:defRPr sz="1500" b="1">
                <a:solidFill>
                  <a:srgbClr val="F47C20"/>
                </a:solidFill>
              </a:defRPr>
            </a:lvl5pPr>
            <a:lvl6pPr algn="l">
              <a:defRPr sz="1500" b="1">
                <a:solidFill>
                  <a:srgbClr val="F47C20"/>
                </a:solidFill>
              </a:defRPr>
            </a:lvl6pPr>
            <a:lvl7pPr algn="l">
              <a:defRPr sz="1500" b="1">
                <a:solidFill>
                  <a:srgbClr val="F47C20"/>
                </a:solidFill>
              </a:defRPr>
            </a:lvl7pPr>
            <a:lvl8pPr algn="l">
              <a:defRPr sz="1500" b="1">
                <a:solidFill>
                  <a:srgbClr val="F47C20"/>
                </a:solidFill>
              </a:defRPr>
            </a:lvl8pPr>
            <a:lvl9pPr algn="l">
              <a:defRPr sz="150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7C20"/>
                </a:solidFill>
              </a:defRPr>
            </a:pPr>
            <a:r>
              <a:rPr sz="1500" b="1">
                <a:solidFill>
                  <a:srgbClr val="F47C20"/>
                </a:solidFill>
              </a:rPr>
              <a:t>Flavors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1C667-8B45-4297-9508-8E1BA4D9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909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0BCA6-3705-4FDA-8F0E-832E0087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480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42E"/>
                </a:solidFill>
              </a:defRPr>
            </a:defPPr>
            <a:lvl1pPr algn="l">
              <a:defRPr sz="1500" b="0">
                <a:solidFill>
                  <a:srgbClr val="17242E"/>
                </a:solidFill>
              </a:defRPr>
            </a:lvl1pPr>
            <a:lvl2pPr algn="l">
              <a:defRPr sz="1500" b="0">
                <a:solidFill>
                  <a:srgbClr val="17242E"/>
                </a:solidFill>
              </a:defRPr>
            </a:lvl2pPr>
            <a:lvl3pPr algn="l">
              <a:defRPr sz="1500" b="0">
                <a:solidFill>
                  <a:srgbClr val="17242E"/>
                </a:solidFill>
              </a:defRPr>
            </a:lvl3pPr>
            <a:lvl4pPr algn="l">
              <a:defRPr sz="1500" b="0">
                <a:solidFill>
                  <a:srgbClr val="17242E"/>
                </a:solidFill>
              </a:defRPr>
            </a:lvl4pPr>
            <a:lvl5pPr algn="l">
              <a:defRPr sz="1500" b="0">
                <a:solidFill>
                  <a:srgbClr val="17242E"/>
                </a:solidFill>
              </a:defRPr>
            </a:lvl5pPr>
            <a:lvl6pPr algn="l">
              <a:defRPr sz="1500" b="0">
                <a:solidFill>
                  <a:srgbClr val="17242E"/>
                </a:solidFill>
              </a:defRPr>
            </a:lvl6pPr>
            <a:lvl7pPr algn="l">
              <a:defRPr sz="1500" b="0">
                <a:solidFill>
                  <a:srgbClr val="17242E"/>
                </a:solidFill>
              </a:defRPr>
            </a:lvl7pPr>
            <a:lvl8pPr algn="l">
              <a:defRPr sz="1500" b="0">
                <a:solidFill>
                  <a:srgbClr val="17242E"/>
                </a:solidFill>
              </a:defRPr>
            </a:lvl8pPr>
            <a:lvl9pPr algn="l">
              <a:defRPr sz="15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42E"/>
                </a:solidFill>
              </a:defRPr>
            </a:pPr>
            <a:r>
              <a:rPr sz="1500" b="0">
                <a:solidFill>
                  <a:srgbClr val="17242E"/>
                </a:solidFill>
              </a:rPr>
              <a:t>Replaceable language, OS, build, runtime and packaging choices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C87CF-FD33-4536-9DC4-519EE37A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2A9D8F"/>
                </a:solidFill>
              </a:defRPr>
            </a:defPPr>
            <a:lvl1pPr algn="l">
              <a:defRPr sz="1500" b="1">
                <a:solidFill>
                  <a:srgbClr val="2A9D8F"/>
                </a:solidFill>
              </a:defRPr>
            </a:lvl1pPr>
            <a:lvl2pPr algn="l">
              <a:defRPr sz="1500" b="1">
                <a:solidFill>
                  <a:srgbClr val="2A9D8F"/>
                </a:solidFill>
              </a:defRPr>
            </a:lvl2pPr>
            <a:lvl3pPr algn="l">
              <a:defRPr sz="1500" b="1">
                <a:solidFill>
                  <a:srgbClr val="2A9D8F"/>
                </a:solidFill>
              </a:defRPr>
            </a:lvl3pPr>
            <a:lvl4pPr algn="l">
              <a:defRPr sz="1500" b="1">
                <a:solidFill>
                  <a:srgbClr val="2A9D8F"/>
                </a:solidFill>
              </a:defRPr>
            </a:lvl4pPr>
            <a:lvl5pPr algn="l">
              <a:defRPr sz="1500" b="1">
                <a:solidFill>
                  <a:srgbClr val="2A9D8F"/>
                </a:solidFill>
              </a:defRPr>
            </a:lvl5pPr>
            <a:lvl6pPr algn="l">
              <a:defRPr sz="1500" b="1">
                <a:solidFill>
                  <a:srgbClr val="2A9D8F"/>
                </a:solidFill>
              </a:defRPr>
            </a:lvl6pPr>
            <a:lvl7pPr algn="l">
              <a:defRPr sz="1500" b="1">
                <a:solidFill>
                  <a:srgbClr val="2A9D8F"/>
                </a:solidFill>
              </a:defRPr>
            </a:lvl7pPr>
            <a:lvl8pPr algn="l">
              <a:defRPr sz="1500" b="1">
                <a:solidFill>
                  <a:srgbClr val="2A9D8F"/>
                </a:solidFill>
              </a:defRPr>
            </a:lvl8pPr>
            <a:lvl9pPr algn="l">
              <a:defRPr sz="150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A9D8F"/>
                </a:solidFill>
              </a:defRPr>
            </a:pPr>
            <a:r>
              <a:rPr sz="1500" b="1">
                <a:solidFill>
                  <a:srgbClr val="2A9D8F"/>
                </a:solidFill>
              </a:rPr>
              <a:t>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0A44D-F1BB-4A09-BC71-D1B271D3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14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D687A-333E-4617-A9D3-E5D96B07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719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42E"/>
                </a:solidFill>
              </a:defRPr>
            </a:defPPr>
            <a:lvl1pPr algn="l">
              <a:defRPr sz="1500" b="0">
                <a:solidFill>
                  <a:srgbClr val="17242E"/>
                </a:solidFill>
              </a:defRPr>
            </a:lvl1pPr>
            <a:lvl2pPr algn="l">
              <a:defRPr sz="1500" b="0">
                <a:solidFill>
                  <a:srgbClr val="17242E"/>
                </a:solidFill>
              </a:defRPr>
            </a:lvl2pPr>
            <a:lvl3pPr algn="l">
              <a:defRPr sz="1500" b="0">
                <a:solidFill>
                  <a:srgbClr val="17242E"/>
                </a:solidFill>
              </a:defRPr>
            </a:lvl3pPr>
            <a:lvl4pPr algn="l">
              <a:defRPr sz="1500" b="0">
                <a:solidFill>
                  <a:srgbClr val="17242E"/>
                </a:solidFill>
              </a:defRPr>
            </a:lvl4pPr>
            <a:lvl5pPr algn="l">
              <a:defRPr sz="1500" b="0">
                <a:solidFill>
                  <a:srgbClr val="17242E"/>
                </a:solidFill>
              </a:defRPr>
            </a:lvl5pPr>
            <a:lvl6pPr algn="l">
              <a:defRPr sz="1500" b="0">
                <a:solidFill>
                  <a:srgbClr val="17242E"/>
                </a:solidFill>
              </a:defRPr>
            </a:lvl6pPr>
            <a:lvl7pPr algn="l">
              <a:defRPr sz="1500" b="0">
                <a:solidFill>
                  <a:srgbClr val="17242E"/>
                </a:solidFill>
              </a:defRPr>
            </a:lvl7pPr>
            <a:lvl8pPr algn="l">
              <a:defRPr sz="1500" b="0">
                <a:solidFill>
                  <a:srgbClr val="17242E"/>
                </a:solidFill>
              </a:defRPr>
            </a:lvl8pPr>
            <a:lvl9pPr algn="l">
              <a:defRPr sz="15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42E"/>
                </a:solidFill>
              </a:defRPr>
            </a:pPr>
            <a:r>
              <a:rPr sz="1500" b="0">
                <a:solidFill>
                  <a:srgbClr val="17242E"/>
                </a:solidFill>
              </a:rPr>
              <a:t>Bounded agent behavior for planning, generation and 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D0C03-213E-4E78-B5C3-4989CE75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47C20"/>
                </a:solidFill>
              </a:defRPr>
            </a:defPPr>
            <a:lvl1pPr algn="l">
              <a:defRPr sz="1500" b="1">
                <a:solidFill>
                  <a:srgbClr val="F47C20"/>
                </a:solidFill>
              </a:defRPr>
            </a:lvl1pPr>
            <a:lvl2pPr algn="l">
              <a:defRPr sz="1500" b="1">
                <a:solidFill>
                  <a:srgbClr val="F47C20"/>
                </a:solidFill>
              </a:defRPr>
            </a:lvl2pPr>
            <a:lvl3pPr algn="l">
              <a:defRPr sz="1500" b="1">
                <a:solidFill>
                  <a:srgbClr val="F47C20"/>
                </a:solidFill>
              </a:defRPr>
            </a:lvl3pPr>
            <a:lvl4pPr algn="l">
              <a:defRPr sz="1500" b="1">
                <a:solidFill>
                  <a:srgbClr val="F47C20"/>
                </a:solidFill>
              </a:defRPr>
            </a:lvl4pPr>
            <a:lvl5pPr algn="l">
              <a:defRPr sz="1500" b="1">
                <a:solidFill>
                  <a:srgbClr val="F47C20"/>
                </a:solidFill>
              </a:defRPr>
            </a:lvl5pPr>
            <a:lvl6pPr algn="l">
              <a:defRPr sz="1500" b="1">
                <a:solidFill>
                  <a:srgbClr val="F47C20"/>
                </a:solidFill>
              </a:defRPr>
            </a:lvl6pPr>
            <a:lvl7pPr algn="l">
              <a:defRPr sz="1500" b="1">
                <a:solidFill>
                  <a:srgbClr val="F47C20"/>
                </a:solidFill>
              </a:defRPr>
            </a:lvl7pPr>
            <a:lvl8pPr algn="l">
              <a:defRPr sz="1500" b="1">
                <a:solidFill>
                  <a:srgbClr val="F47C20"/>
                </a:solidFill>
              </a:defRPr>
            </a:lvl8pPr>
            <a:lvl9pPr algn="l">
              <a:defRPr sz="150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7C20"/>
                </a:solidFill>
              </a:defRPr>
            </a:pPr>
            <a:r>
              <a:rPr sz="1500" b="1">
                <a:solidFill>
                  <a:srgbClr val="F47C20"/>
                </a:solidFill>
              </a:rPr>
              <a:t>Provenance and SBOM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D3516-96AA-4146-A8F0-83DCF92E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38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9E884-21C4-4701-9D10-624C58C0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42E"/>
                </a:solidFill>
              </a:defRPr>
            </a:defPPr>
            <a:lvl1pPr algn="l">
              <a:defRPr sz="1500" b="0">
                <a:solidFill>
                  <a:srgbClr val="17242E"/>
                </a:solidFill>
              </a:defRPr>
            </a:lvl1pPr>
            <a:lvl2pPr algn="l">
              <a:defRPr sz="1500" b="0">
                <a:solidFill>
                  <a:srgbClr val="17242E"/>
                </a:solidFill>
              </a:defRPr>
            </a:lvl2pPr>
            <a:lvl3pPr algn="l">
              <a:defRPr sz="1500" b="0">
                <a:solidFill>
                  <a:srgbClr val="17242E"/>
                </a:solidFill>
              </a:defRPr>
            </a:lvl3pPr>
            <a:lvl4pPr algn="l">
              <a:defRPr sz="1500" b="0">
                <a:solidFill>
                  <a:srgbClr val="17242E"/>
                </a:solidFill>
              </a:defRPr>
            </a:lvl4pPr>
            <a:lvl5pPr algn="l">
              <a:defRPr sz="1500" b="0">
                <a:solidFill>
                  <a:srgbClr val="17242E"/>
                </a:solidFill>
              </a:defRPr>
            </a:lvl5pPr>
            <a:lvl6pPr algn="l">
              <a:defRPr sz="1500" b="0">
                <a:solidFill>
                  <a:srgbClr val="17242E"/>
                </a:solidFill>
              </a:defRPr>
            </a:lvl6pPr>
            <a:lvl7pPr algn="l">
              <a:defRPr sz="1500" b="0">
                <a:solidFill>
                  <a:srgbClr val="17242E"/>
                </a:solidFill>
              </a:defRPr>
            </a:lvl7pPr>
            <a:lvl8pPr algn="l">
              <a:defRPr sz="1500" b="0">
                <a:solidFill>
                  <a:srgbClr val="17242E"/>
                </a:solidFill>
              </a:defRPr>
            </a:lvl8pPr>
            <a:lvl9pPr algn="l">
              <a:defRPr sz="15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42E"/>
                </a:solidFill>
              </a:defRPr>
            </a:pPr>
            <a:r>
              <a:rPr sz="1500" b="0">
                <a:solidFill>
                  <a:srgbClr val="17242E"/>
                </a:solidFill>
              </a:rPr>
              <a:t>Exact inputs and dependency closure for each accepted artifact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69502-E5AE-4952-B987-98CB77B9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2A9D8F"/>
                </a:solidFill>
              </a:defRPr>
            </a:defPPr>
            <a:lvl1pPr algn="l">
              <a:defRPr sz="1500" b="1">
                <a:solidFill>
                  <a:srgbClr val="2A9D8F"/>
                </a:solidFill>
              </a:defRPr>
            </a:lvl1pPr>
            <a:lvl2pPr algn="l">
              <a:defRPr sz="1500" b="1">
                <a:solidFill>
                  <a:srgbClr val="2A9D8F"/>
                </a:solidFill>
              </a:defRPr>
            </a:lvl2pPr>
            <a:lvl3pPr algn="l">
              <a:defRPr sz="1500" b="1">
                <a:solidFill>
                  <a:srgbClr val="2A9D8F"/>
                </a:solidFill>
              </a:defRPr>
            </a:lvl3pPr>
            <a:lvl4pPr algn="l">
              <a:defRPr sz="1500" b="1">
                <a:solidFill>
                  <a:srgbClr val="2A9D8F"/>
                </a:solidFill>
              </a:defRPr>
            </a:lvl4pPr>
            <a:lvl5pPr algn="l">
              <a:defRPr sz="1500" b="1">
                <a:solidFill>
                  <a:srgbClr val="2A9D8F"/>
                </a:solidFill>
              </a:defRPr>
            </a:lvl5pPr>
            <a:lvl6pPr algn="l">
              <a:defRPr sz="1500" b="1">
                <a:solidFill>
                  <a:srgbClr val="2A9D8F"/>
                </a:solidFill>
              </a:defRPr>
            </a:lvl6pPr>
            <a:lvl7pPr algn="l">
              <a:defRPr sz="1500" b="1">
                <a:solidFill>
                  <a:srgbClr val="2A9D8F"/>
                </a:solidFill>
              </a:defRPr>
            </a:lvl7pPr>
            <a:lvl8pPr algn="l">
              <a:defRPr sz="1500" b="1">
                <a:solidFill>
                  <a:srgbClr val="2A9D8F"/>
                </a:solidFill>
              </a:defRPr>
            </a:lvl8pPr>
            <a:lvl9pPr algn="l">
              <a:defRPr sz="150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A9D8F"/>
                </a:solidFill>
              </a:defRPr>
            </a:pPr>
            <a:r>
              <a:rPr sz="1500" b="1">
                <a:solidFill>
                  <a:srgbClr val="2A9D8F"/>
                </a:solidFill>
              </a:rPr>
              <a:t>Independent acceptance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A1617-8AFA-48B0-B624-572795D3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62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151112-386F-4046-B900-3EEDD982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197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42E"/>
                </a:solidFill>
              </a:defRPr>
            </a:defPPr>
            <a:lvl1pPr algn="l">
              <a:defRPr sz="1500" b="0">
                <a:solidFill>
                  <a:srgbClr val="17242E"/>
                </a:solidFill>
              </a:defRPr>
            </a:lvl1pPr>
            <a:lvl2pPr algn="l">
              <a:defRPr sz="1500" b="0">
                <a:solidFill>
                  <a:srgbClr val="17242E"/>
                </a:solidFill>
              </a:defRPr>
            </a:lvl2pPr>
            <a:lvl3pPr algn="l">
              <a:defRPr sz="1500" b="0">
                <a:solidFill>
                  <a:srgbClr val="17242E"/>
                </a:solidFill>
              </a:defRPr>
            </a:lvl3pPr>
            <a:lvl4pPr algn="l">
              <a:defRPr sz="1500" b="0">
                <a:solidFill>
                  <a:srgbClr val="17242E"/>
                </a:solidFill>
              </a:defRPr>
            </a:lvl4pPr>
            <a:lvl5pPr algn="l">
              <a:defRPr sz="1500" b="0">
                <a:solidFill>
                  <a:srgbClr val="17242E"/>
                </a:solidFill>
              </a:defRPr>
            </a:lvl5pPr>
            <a:lvl6pPr algn="l">
              <a:defRPr sz="1500" b="0">
                <a:solidFill>
                  <a:srgbClr val="17242E"/>
                </a:solidFill>
              </a:defRPr>
            </a:lvl6pPr>
            <a:lvl7pPr algn="l">
              <a:defRPr sz="1500" b="0">
                <a:solidFill>
                  <a:srgbClr val="17242E"/>
                </a:solidFill>
              </a:defRPr>
            </a:lvl7pPr>
            <a:lvl8pPr algn="l">
              <a:defRPr sz="1500" b="0">
                <a:solidFill>
                  <a:srgbClr val="17242E"/>
                </a:solidFill>
              </a:defRPr>
            </a:lvl8pPr>
            <a:lvl9pPr algn="l">
              <a:defRPr sz="1500" b="0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42E"/>
                </a:solidFill>
              </a:defRPr>
            </a:pPr>
            <a:r>
              <a:rPr sz="1500" b="0">
                <a:solidFill>
                  <a:srgbClr val="17242E"/>
                </a:solidFill>
              </a:rPr>
              <a:t>Verifier-owned proof outside model-generated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9B33D-D3BF-4F5C-B862-DA840F0F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536675"/>
                </a:solidFill>
              </a:defRPr>
            </a:defPPr>
            <a:lvl1pPr algn="l">
              <a:defRPr sz="900" b="0">
                <a:solidFill>
                  <a:srgbClr val="536675"/>
                </a:solidFill>
              </a:defRPr>
            </a:lvl1pPr>
            <a:lvl2pPr algn="l">
              <a:defRPr sz="900" b="0">
                <a:solidFill>
                  <a:srgbClr val="536675"/>
                </a:solidFill>
              </a:defRPr>
            </a:lvl2pPr>
            <a:lvl3pPr algn="l">
              <a:defRPr sz="900" b="0">
                <a:solidFill>
                  <a:srgbClr val="536675"/>
                </a:solidFill>
              </a:defRPr>
            </a:lvl3pPr>
            <a:lvl4pPr algn="l">
              <a:defRPr sz="900" b="0">
                <a:solidFill>
                  <a:srgbClr val="536675"/>
                </a:solidFill>
              </a:defRPr>
            </a:lvl4pPr>
            <a:lvl5pPr algn="l">
              <a:defRPr sz="900" b="0">
                <a:solidFill>
                  <a:srgbClr val="536675"/>
                </a:solidFill>
              </a:defRPr>
            </a:lvl5pPr>
            <a:lvl6pPr algn="l">
              <a:defRPr sz="900" b="0">
                <a:solidFill>
                  <a:srgbClr val="536675"/>
                </a:solidFill>
              </a:defRPr>
            </a:lvl6pPr>
            <a:lvl7pPr algn="l">
              <a:defRPr sz="900" b="0">
                <a:solidFill>
                  <a:srgbClr val="536675"/>
                </a:solidFill>
              </a:defRPr>
            </a:lvl7pPr>
            <a:lvl8pPr algn="l">
              <a:defRPr sz="900" b="0">
                <a:solidFill>
                  <a:srgbClr val="536675"/>
                </a:solidFill>
              </a:defRPr>
            </a:lvl8pPr>
            <a:lvl9pPr algn="l">
              <a:defRPr sz="90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675"/>
                </a:solidFill>
              </a:defRPr>
            </a:pPr>
            <a:r>
              <a:rPr sz="900" b="0">
                <a:solidFill>
                  <a:srgbClr val="536675"/>
                </a:solidFill>
              </a:rPr>
              <a:t>Literate AI 1.3.1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7FF78-6F49-4EB3-9084-C107949C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536675"/>
                </a:solidFill>
              </a:defRPr>
            </a:defPPr>
            <a:lvl1pPr algn="r">
              <a:defRPr sz="900" b="1">
                <a:solidFill>
                  <a:srgbClr val="536675"/>
                </a:solidFill>
              </a:defRPr>
            </a:lvl1pPr>
            <a:lvl2pPr algn="r">
              <a:defRPr sz="900" b="1">
                <a:solidFill>
                  <a:srgbClr val="536675"/>
                </a:solidFill>
              </a:defRPr>
            </a:lvl2pPr>
            <a:lvl3pPr algn="r">
              <a:defRPr sz="900" b="1">
                <a:solidFill>
                  <a:srgbClr val="536675"/>
                </a:solidFill>
              </a:defRPr>
            </a:lvl3pPr>
            <a:lvl4pPr algn="r">
              <a:defRPr sz="900" b="1">
                <a:solidFill>
                  <a:srgbClr val="536675"/>
                </a:solidFill>
              </a:defRPr>
            </a:lvl4pPr>
            <a:lvl5pPr algn="r">
              <a:defRPr sz="900" b="1">
                <a:solidFill>
                  <a:srgbClr val="536675"/>
                </a:solidFill>
              </a:defRPr>
            </a:lvl5pPr>
            <a:lvl6pPr algn="r">
              <a:defRPr sz="900" b="1">
                <a:solidFill>
                  <a:srgbClr val="536675"/>
                </a:solidFill>
              </a:defRPr>
            </a:lvl6pPr>
            <a:lvl7pPr algn="r">
              <a:defRPr sz="900" b="1">
                <a:solidFill>
                  <a:srgbClr val="536675"/>
                </a:solidFill>
              </a:defRPr>
            </a:lvl7pPr>
            <a:lvl8pPr algn="r">
              <a:defRPr sz="900" b="1">
                <a:solidFill>
                  <a:srgbClr val="536675"/>
                </a:solidFill>
              </a:defRPr>
            </a:lvl8pPr>
            <a:lvl9pPr algn="r">
              <a:defRPr sz="900" b="1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36675"/>
                </a:solidFill>
              </a:defRPr>
            </a:pPr>
            <a:r>
              <a:rPr sz="900" b="1">
                <a:solidFill>
                  <a:srgbClr val="53667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4521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1F9181-9B4B-460E-8181-188B587A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7B267"/>
                </a:solidFill>
              </a:defRPr>
            </a:defPPr>
            <a:lvl1pPr algn="l">
              <a:defRPr sz="1050" b="1">
                <a:solidFill>
                  <a:srgbClr val="F7B267"/>
                </a:solidFill>
              </a:defRPr>
            </a:lvl1pPr>
            <a:lvl2pPr algn="l">
              <a:defRPr sz="1050" b="1">
                <a:solidFill>
                  <a:srgbClr val="F7B267"/>
                </a:solidFill>
              </a:defRPr>
            </a:lvl2pPr>
            <a:lvl3pPr algn="l">
              <a:defRPr sz="1050" b="1">
                <a:solidFill>
                  <a:srgbClr val="F7B267"/>
                </a:solidFill>
              </a:defRPr>
            </a:lvl3pPr>
            <a:lvl4pPr algn="l">
              <a:defRPr sz="1050" b="1">
                <a:solidFill>
                  <a:srgbClr val="F7B267"/>
                </a:solidFill>
              </a:defRPr>
            </a:lvl4pPr>
            <a:lvl5pPr algn="l">
              <a:defRPr sz="1050" b="1">
                <a:solidFill>
                  <a:srgbClr val="F7B267"/>
                </a:solidFill>
              </a:defRPr>
            </a:lvl5pPr>
            <a:lvl6pPr algn="l">
              <a:defRPr sz="1050" b="1">
                <a:solidFill>
                  <a:srgbClr val="F7B267"/>
                </a:solidFill>
              </a:defRPr>
            </a:lvl6pPr>
            <a:lvl7pPr algn="l">
              <a:defRPr sz="1050" b="1">
                <a:solidFill>
                  <a:srgbClr val="F7B267"/>
                </a:solidFill>
              </a:defRPr>
            </a:lvl7pPr>
            <a:lvl8pPr algn="l">
              <a:defRPr sz="1050" b="1">
                <a:solidFill>
                  <a:srgbClr val="F7B267"/>
                </a:solidFill>
              </a:defRPr>
            </a:lvl8pPr>
            <a:lvl9pPr algn="l">
              <a:defRPr sz="1050" b="1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7B267"/>
                </a:solidFill>
              </a:defRPr>
            </a:pPr>
            <a:r>
              <a:rPr sz="1050" b="1">
                <a:solidFill>
                  <a:srgbClr val="F7B267"/>
                </a:solidFill>
              </a:rPr>
              <a:t>RELEASE 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38CF4-39C6-4A2F-A80C-7E1998D0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From bounded self-hosting to release-governed native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5F154-6335-4DF5-8128-88CFE65E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009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AD5A6-EC5B-4BC8-A448-C225BC59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9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5EC99-59A5-49A0-8D15-B5E92233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0.1.1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CFDA5-6335-4705-B8F4-7FD9C3D0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F7B267"/>
                </a:solidFill>
              </a:defRPr>
            </a:defPPr>
            <a:lvl1pPr algn="ctr">
              <a:defRPr sz="975" b="0">
                <a:solidFill>
                  <a:srgbClr val="F7B267"/>
                </a:solidFill>
              </a:defRPr>
            </a:lvl1pPr>
            <a:lvl2pPr algn="ctr">
              <a:defRPr sz="975" b="0">
                <a:solidFill>
                  <a:srgbClr val="F7B267"/>
                </a:solidFill>
              </a:defRPr>
            </a:lvl2pPr>
            <a:lvl3pPr algn="ctr">
              <a:defRPr sz="975" b="0">
                <a:solidFill>
                  <a:srgbClr val="F7B267"/>
                </a:solidFill>
              </a:defRPr>
            </a:lvl3pPr>
            <a:lvl4pPr algn="ctr">
              <a:defRPr sz="975" b="0">
                <a:solidFill>
                  <a:srgbClr val="F7B267"/>
                </a:solidFill>
              </a:defRPr>
            </a:lvl4pPr>
            <a:lvl5pPr algn="ctr">
              <a:defRPr sz="975" b="0">
                <a:solidFill>
                  <a:srgbClr val="F7B267"/>
                </a:solidFill>
              </a:defRPr>
            </a:lvl5pPr>
            <a:lvl6pPr algn="ctr">
              <a:defRPr sz="975" b="0">
                <a:solidFill>
                  <a:srgbClr val="F7B267"/>
                </a:solidFill>
              </a:defRPr>
            </a:lvl6pPr>
            <a:lvl7pPr algn="ctr">
              <a:defRPr sz="975" b="0">
                <a:solidFill>
                  <a:srgbClr val="F7B267"/>
                </a:solidFill>
              </a:defRPr>
            </a:lvl7pPr>
            <a:lvl8pPr algn="ctr">
              <a:defRPr sz="975" b="0">
                <a:solidFill>
                  <a:srgbClr val="F7B267"/>
                </a:solidFill>
              </a:defRPr>
            </a:lvl8pPr>
            <a:lvl9pPr algn="ctr">
              <a:defRPr sz="975" b="0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7B267"/>
                </a:solidFill>
              </a:defRPr>
            </a:pPr>
            <a:r>
              <a:rPr sz="975" b="0">
                <a:solidFill>
                  <a:srgbClr val="F7B267"/>
                </a:solidFill>
              </a:rPr>
              <a:t>2 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DC79D-DB00-46E1-B6C9-A43A34E7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71950"/>
            <a:ext cx="1352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D7E0E8"/>
                </a:solidFill>
              </a:defRPr>
            </a:defPPr>
            <a:lvl1pPr algn="ctr">
              <a:defRPr sz="1050" b="0">
                <a:solidFill>
                  <a:srgbClr val="D7E0E8"/>
                </a:solidFill>
              </a:defRPr>
            </a:lvl1pPr>
            <a:lvl2pPr algn="ctr">
              <a:defRPr sz="1050" b="0">
                <a:solidFill>
                  <a:srgbClr val="D7E0E8"/>
                </a:solidFill>
              </a:defRPr>
            </a:lvl2pPr>
            <a:lvl3pPr algn="ctr">
              <a:defRPr sz="1050" b="0">
                <a:solidFill>
                  <a:srgbClr val="D7E0E8"/>
                </a:solidFill>
              </a:defRPr>
            </a:lvl3pPr>
            <a:lvl4pPr algn="ctr">
              <a:defRPr sz="1050" b="0">
                <a:solidFill>
                  <a:srgbClr val="D7E0E8"/>
                </a:solidFill>
              </a:defRPr>
            </a:lvl4pPr>
            <a:lvl5pPr algn="ctr">
              <a:defRPr sz="1050" b="0">
                <a:solidFill>
                  <a:srgbClr val="D7E0E8"/>
                </a:solidFill>
              </a:defRPr>
            </a:lvl5pPr>
            <a:lvl6pPr algn="ctr">
              <a:defRPr sz="1050" b="0">
                <a:solidFill>
                  <a:srgbClr val="D7E0E8"/>
                </a:solidFill>
              </a:defRPr>
            </a:lvl6pPr>
            <a:lvl7pPr algn="ctr">
              <a:defRPr sz="1050" b="0">
                <a:solidFill>
                  <a:srgbClr val="D7E0E8"/>
                </a:solidFill>
              </a:defRPr>
            </a:lvl7pPr>
            <a:lvl8pPr algn="ctr">
              <a:defRPr sz="1050" b="0">
                <a:solidFill>
                  <a:srgbClr val="D7E0E8"/>
                </a:solidFill>
              </a:defRPr>
            </a:lvl8pPr>
            <a:lvl9pPr algn="ctr">
              <a:defRPr sz="10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Typed contracts</a:t>
            </a:r>
          </a:p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and cutover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763A8-E903-4715-A7A9-D3E3316B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09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77227-830B-4C0F-BBAA-22EB4938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6700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1DB40-0775-468A-BF62-90CA365E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F7B267"/>
                </a:solidFill>
              </a:defRPr>
            </a:defPPr>
            <a:lvl1pPr algn="ctr">
              <a:defRPr sz="975" b="0">
                <a:solidFill>
                  <a:srgbClr val="F7B267"/>
                </a:solidFill>
              </a:defRPr>
            </a:lvl1pPr>
            <a:lvl2pPr algn="ctr">
              <a:defRPr sz="975" b="0">
                <a:solidFill>
                  <a:srgbClr val="F7B267"/>
                </a:solidFill>
              </a:defRPr>
            </a:lvl2pPr>
            <a:lvl3pPr algn="ctr">
              <a:defRPr sz="975" b="0">
                <a:solidFill>
                  <a:srgbClr val="F7B267"/>
                </a:solidFill>
              </a:defRPr>
            </a:lvl3pPr>
            <a:lvl4pPr algn="ctr">
              <a:defRPr sz="975" b="0">
                <a:solidFill>
                  <a:srgbClr val="F7B267"/>
                </a:solidFill>
              </a:defRPr>
            </a:lvl4pPr>
            <a:lvl5pPr algn="ctr">
              <a:defRPr sz="975" b="0">
                <a:solidFill>
                  <a:srgbClr val="F7B267"/>
                </a:solidFill>
              </a:defRPr>
            </a:lvl5pPr>
            <a:lvl6pPr algn="ctr">
              <a:defRPr sz="975" b="0">
                <a:solidFill>
                  <a:srgbClr val="F7B267"/>
                </a:solidFill>
              </a:defRPr>
            </a:lvl6pPr>
            <a:lvl7pPr algn="ctr">
              <a:defRPr sz="975" b="0">
                <a:solidFill>
                  <a:srgbClr val="F7B267"/>
                </a:solidFill>
              </a:defRPr>
            </a:lvl7pPr>
            <a:lvl8pPr algn="ctr">
              <a:defRPr sz="975" b="0">
                <a:solidFill>
                  <a:srgbClr val="F7B267"/>
                </a:solidFill>
              </a:defRPr>
            </a:lvl8pPr>
            <a:lvl9pPr algn="ctr">
              <a:defRPr sz="975" b="0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7B267"/>
                </a:solidFill>
              </a:defRPr>
            </a:pPr>
            <a:r>
              <a:rPr sz="975" b="0">
                <a:solidFill>
                  <a:srgbClr val="F7B267"/>
                </a:solidFill>
              </a:rPr>
              <a:t>25 Aug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059C1-E7F8-4F44-93FE-2AB3097D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1352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D7E0E8"/>
                </a:solidFill>
              </a:defRPr>
            </a:defPPr>
            <a:lvl1pPr algn="ctr">
              <a:defRPr sz="1050" b="0">
                <a:solidFill>
                  <a:srgbClr val="D7E0E8"/>
                </a:solidFill>
              </a:defRPr>
            </a:lvl1pPr>
            <a:lvl2pPr algn="ctr">
              <a:defRPr sz="1050" b="0">
                <a:solidFill>
                  <a:srgbClr val="D7E0E8"/>
                </a:solidFill>
              </a:defRPr>
            </a:lvl2pPr>
            <a:lvl3pPr algn="ctr">
              <a:defRPr sz="1050" b="0">
                <a:solidFill>
                  <a:srgbClr val="D7E0E8"/>
                </a:solidFill>
              </a:defRPr>
            </a:lvl3pPr>
            <a:lvl4pPr algn="ctr">
              <a:defRPr sz="1050" b="0">
                <a:solidFill>
                  <a:srgbClr val="D7E0E8"/>
                </a:solidFill>
              </a:defRPr>
            </a:lvl4pPr>
            <a:lvl5pPr algn="ctr">
              <a:defRPr sz="1050" b="0">
                <a:solidFill>
                  <a:srgbClr val="D7E0E8"/>
                </a:solidFill>
              </a:defRPr>
            </a:lvl5pPr>
            <a:lvl6pPr algn="ctr">
              <a:defRPr sz="1050" b="0">
                <a:solidFill>
                  <a:srgbClr val="D7E0E8"/>
                </a:solidFill>
              </a:defRPr>
            </a:lvl6pPr>
            <a:lvl7pPr algn="ctr">
              <a:defRPr sz="1050" b="0">
                <a:solidFill>
                  <a:srgbClr val="D7E0E8"/>
                </a:solidFill>
              </a:defRPr>
            </a:lvl7pPr>
            <a:lvl8pPr algn="ctr">
              <a:defRPr sz="1050" b="0">
                <a:solidFill>
                  <a:srgbClr val="D7E0E8"/>
                </a:solidFill>
              </a:defRPr>
            </a:lvl8pPr>
            <a:lvl9pPr algn="ctr">
              <a:defRPr sz="10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Cross-host</a:t>
            </a:r>
          </a:p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E83CD-4855-4069-917A-C58C349E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9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50BB2-F022-4394-885B-DCA29C9A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0.9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31098-51F1-44AE-A5B4-833629F2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F7B267"/>
                </a:solidFill>
              </a:defRPr>
            </a:defPPr>
            <a:lvl1pPr algn="ctr">
              <a:defRPr sz="975" b="0">
                <a:solidFill>
                  <a:srgbClr val="F7B267"/>
                </a:solidFill>
              </a:defRPr>
            </a:lvl1pPr>
            <a:lvl2pPr algn="ctr">
              <a:defRPr sz="975" b="0">
                <a:solidFill>
                  <a:srgbClr val="F7B267"/>
                </a:solidFill>
              </a:defRPr>
            </a:lvl2pPr>
            <a:lvl3pPr algn="ctr">
              <a:defRPr sz="975" b="0">
                <a:solidFill>
                  <a:srgbClr val="F7B267"/>
                </a:solidFill>
              </a:defRPr>
            </a:lvl3pPr>
            <a:lvl4pPr algn="ctr">
              <a:defRPr sz="975" b="0">
                <a:solidFill>
                  <a:srgbClr val="F7B267"/>
                </a:solidFill>
              </a:defRPr>
            </a:lvl4pPr>
            <a:lvl5pPr algn="ctr">
              <a:defRPr sz="975" b="0">
                <a:solidFill>
                  <a:srgbClr val="F7B267"/>
                </a:solidFill>
              </a:defRPr>
            </a:lvl5pPr>
            <a:lvl6pPr algn="ctr">
              <a:defRPr sz="975" b="0">
                <a:solidFill>
                  <a:srgbClr val="F7B267"/>
                </a:solidFill>
              </a:defRPr>
            </a:lvl6pPr>
            <a:lvl7pPr algn="ctr">
              <a:defRPr sz="975" b="0">
                <a:solidFill>
                  <a:srgbClr val="F7B267"/>
                </a:solidFill>
              </a:defRPr>
            </a:lvl7pPr>
            <a:lvl8pPr algn="ctr">
              <a:defRPr sz="975" b="0">
                <a:solidFill>
                  <a:srgbClr val="F7B267"/>
                </a:solidFill>
              </a:defRPr>
            </a:lvl8pPr>
            <a:lvl9pPr algn="ctr">
              <a:defRPr sz="975" b="0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7B267"/>
                </a:solidFill>
              </a:defRPr>
            </a:pPr>
            <a:r>
              <a:rPr sz="975" b="0">
                <a:solidFill>
                  <a:srgbClr val="F7B267"/>
                </a:solidFill>
              </a:rPr>
              <a:t>4 Sep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DB29F-46C9-4421-84D3-62BBB04D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71950"/>
            <a:ext cx="1352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D7E0E8"/>
                </a:solidFill>
              </a:defRPr>
            </a:defPPr>
            <a:lvl1pPr algn="ctr">
              <a:defRPr sz="1050" b="0">
                <a:solidFill>
                  <a:srgbClr val="D7E0E8"/>
                </a:solidFill>
              </a:defRPr>
            </a:lvl1pPr>
            <a:lvl2pPr algn="ctr">
              <a:defRPr sz="1050" b="0">
                <a:solidFill>
                  <a:srgbClr val="D7E0E8"/>
                </a:solidFill>
              </a:defRPr>
            </a:lvl2pPr>
            <a:lvl3pPr algn="ctr">
              <a:defRPr sz="1050" b="0">
                <a:solidFill>
                  <a:srgbClr val="D7E0E8"/>
                </a:solidFill>
              </a:defRPr>
            </a:lvl3pPr>
            <a:lvl4pPr algn="ctr">
              <a:defRPr sz="1050" b="0">
                <a:solidFill>
                  <a:srgbClr val="D7E0E8"/>
                </a:solidFill>
              </a:defRPr>
            </a:lvl4pPr>
            <a:lvl5pPr algn="ctr">
              <a:defRPr sz="1050" b="0">
                <a:solidFill>
                  <a:srgbClr val="D7E0E8"/>
                </a:solidFill>
              </a:defRPr>
            </a:lvl5pPr>
            <a:lvl6pPr algn="ctr">
              <a:defRPr sz="1050" b="0">
                <a:solidFill>
                  <a:srgbClr val="D7E0E8"/>
                </a:solidFill>
              </a:defRPr>
            </a:lvl6pPr>
            <a:lvl7pPr algn="ctr">
              <a:defRPr sz="1050" b="0">
                <a:solidFill>
                  <a:srgbClr val="D7E0E8"/>
                </a:solidFill>
              </a:defRPr>
            </a:lvl7pPr>
            <a:lvl8pPr algn="ctr">
              <a:defRPr sz="1050" b="0">
                <a:solidFill>
                  <a:srgbClr val="D7E0E8"/>
                </a:solidFill>
              </a:defRPr>
            </a:lvl8pPr>
            <a:lvl9pPr algn="ctr">
              <a:defRPr sz="10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Installed</a:t>
            </a:r>
          </a:p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qualification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22E3E-96BB-4632-8671-56100CDC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9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8ED8B-8280-4F23-9A67-EC15D8FC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6700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C3206-E47F-4BE7-B3B3-71D60970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385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F7B267"/>
                </a:solidFill>
              </a:defRPr>
            </a:defPPr>
            <a:lvl1pPr algn="ctr">
              <a:defRPr sz="975" b="0">
                <a:solidFill>
                  <a:srgbClr val="F7B267"/>
                </a:solidFill>
              </a:defRPr>
            </a:lvl1pPr>
            <a:lvl2pPr algn="ctr">
              <a:defRPr sz="975" b="0">
                <a:solidFill>
                  <a:srgbClr val="F7B267"/>
                </a:solidFill>
              </a:defRPr>
            </a:lvl2pPr>
            <a:lvl3pPr algn="ctr">
              <a:defRPr sz="975" b="0">
                <a:solidFill>
                  <a:srgbClr val="F7B267"/>
                </a:solidFill>
              </a:defRPr>
            </a:lvl3pPr>
            <a:lvl4pPr algn="ctr">
              <a:defRPr sz="975" b="0">
                <a:solidFill>
                  <a:srgbClr val="F7B267"/>
                </a:solidFill>
              </a:defRPr>
            </a:lvl4pPr>
            <a:lvl5pPr algn="ctr">
              <a:defRPr sz="975" b="0">
                <a:solidFill>
                  <a:srgbClr val="F7B267"/>
                </a:solidFill>
              </a:defRPr>
            </a:lvl5pPr>
            <a:lvl6pPr algn="ctr">
              <a:defRPr sz="975" b="0">
                <a:solidFill>
                  <a:srgbClr val="F7B267"/>
                </a:solidFill>
              </a:defRPr>
            </a:lvl6pPr>
            <a:lvl7pPr algn="ctr">
              <a:defRPr sz="975" b="0">
                <a:solidFill>
                  <a:srgbClr val="F7B267"/>
                </a:solidFill>
              </a:defRPr>
            </a:lvl7pPr>
            <a:lvl8pPr algn="ctr">
              <a:defRPr sz="975" b="0">
                <a:solidFill>
                  <a:srgbClr val="F7B267"/>
                </a:solidFill>
              </a:defRPr>
            </a:lvl8pPr>
            <a:lvl9pPr algn="ctr">
              <a:defRPr sz="975" b="0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7B267"/>
                </a:solidFill>
              </a:defRPr>
            </a:pPr>
            <a:r>
              <a:rPr sz="975" b="0">
                <a:solidFill>
                  <a:srgbClr val="F7B267"/>
                </a:solidFill>
              </a:rPr>
              <a:t>8 Sep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DAE31-2725-4B51-B33B-E4EDFE59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71950"/>
            <a:ext cx="1352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D7E0E8"/>
                </a:solidFill>
              </a:defRPr>
            </a:defPPr>
            <a:lvl1pPr algn="ctr">
              <a:defRPr sz="1050" b="0">
                <a:solidFill>
                  <a:srgbClr val="D7E0E8"/>
                </a:solidFill>
              </a:defRPr>
            </a:lvl1pPr>
            <a:lvl2pPr algn="ctr">
              <a:defRPr sz="1050" b="0">
                <a:solidFill>
                  <a:srgbClr val="D7E0E8"/>
                </a:solidFill>
              </a:defRPr>
            </a:lvl2pPr>
            <a:lvl3pPr algn="ctr">
              <a:defRPr sz="1050" b="0">
                <a:solidFill>
                  <a:srgbClr val="D7E0E8"/>
                </a:solidFill>
              </a:defRPr>
            </a:lvl3pPr>
            <a:lvl4pPr algn="ctr">
              <a:defRPr sz="1050" b="0">
                <a:solidFill>
                  <a:srgbClr val="D7E0E8"/>
                </a:solidFill>
              </a:defRPr>
            </a:lvl4pPr>
            <a:lvl5pPr algn="ctr">
              <a:defRPr sz="1050" b="0">
                <a:solidFill>
                  <a:srgbClr val="D7E0E8"/>
                </a:solidFill>
              </a:defRPr>
            </a:lvl5pPr>
            <a:lvl6pPr algn="ctr">
              <a:defRPr sz="1050" b="0">
                <a:solidFill>
                  <a:srgbClr val="D7E0E8"/>
                </a:solidFill>
              </a:defRPr>
            </a:lvl6pPr>
            <a:lvl7pPr algn="ctr">
              <a:defRPr sz="1050" b="0">
                <a:solidFill>
                  <a:srgbClr val="D7E0E8"/>
                </a:solidFill>
              </a:defRPr>
            </a:lvl7pPr>
            <a:lvl8pPr algn="ctr">
              <a:defRPr sz="1050" b="0">
                <a:solidFill>
                  <a:srgbClr val="D7E0E8"/>
                </a:solidFill>
              </a:defRPr>
            </a:lvl8pPr>
            <a:lvl9pPr algn="ctr">
              <a:defRPr sz="10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Lifecycle</a:t>
            </a:r>
          </a:p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locking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DFBA6-F8F5-46F4-9276-D0FC9DE4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09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8A08F-A02F-4EE9-9833-608376BB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759E14-0027-4393-93B2-0C1756C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85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F7B267"/>
                </a:solidFill>
              </a:defRPr>
            </a:defPPr>
            <a:lvl1pPr algn="ctr">
              <a:defRPr sz="975" b="0">
                <a:solidFill>
                  <a:srgbClr val="F7B267"/>
                </a:solidFill>
              </a:defRPr>
            </a:lvl1pPr>
            <a:lvl2pPr algn="ctr">
              <a:defRPr sz="975" b="0">
                <a:solidFill>
                  <a:srgbClr val="F7B267"/>
                </a:solidFill>
              </a:defRPr>
            </a:lvl2pPr>
            <a:lvl3pPr algn="ctr">
              <a:defRPr sz="975" b="0">
                <a:solidFill>
                  <a:srgbClr val="F7B267"/>
                </a:solidFill>
              </a:defRPr>
            </a:lvl3pPr>
            <a:lvl4pPr algn="ctr">
              <a:defRPr sz="975" b="0">
                <a:solidFill>
                  <a:srgbClr val="F7B267"/>
                </a:solidFill>
              </a:defRPr>
            </a:lvl4pPr>
            <a:lvl5pPr algn="ctr">
              <a:defRPr sz="975" b="0">
                <a:solidFill>
                  <a:srgbClr val="F7B267"/>
                </a:solidFill>
              </a:defRPr>
            </a:lvl5pPr>
            <a:lvl6pPr algn="ctr">
              <a:defRPr sz="975" b="0">
                <a:solidFill>
                  <a:srgbClr val="F7B267"/>
                </a:solidFill>
              </a:defRPr>
            </a:lvl6pPr>
            <a:lvl7pPr algn="ctr">
              <a:defRPr sz="975" b="0">
                <a:solidFill>
                  <a:srgbClr val="F7B267"/>
                </a:solidFill>
              </a:defRPr>
            </a:lvl7pPr>
            <a:lvl8pPr algn="ctr">
              <a:defRPr sz="975" b="0">
                <a:solidFill>
                  <a:srgbClr val="F7B267"/>
                </a:solidFill>
              </a:defRPr>
            </a:lvl8pPr>
            <a:lvl9pPr algn="ctr">
              <a:defRPr sz="975" b="0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7B267"/>
                </a:solidFill>
              </a:defRPr>
            </a:pPr>
            <a:r>
              <a:rPr sz="975" b="0">
                <a:solidFill>
                  <a:srgbClr val="F7B267"/>
                </a:solidFill>
              </a:rPr>
              <a:t>4 Oct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7BAC7-E260-43AD-9AA5-B5D0B45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71950"/>
            <a:ext cx="1352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D7E0E8"/>
                </a:solidFill>
              </a:defRPr>
            </a:defPPr>
            <a:lvl1pPr algn="ctr">
              <a:defRPr sz="1050" b="0">
                <a:solidFill>
                  <a:srgbClr val="D7E0E8"/>
                </a:solidFill>
              </a:defRPr>
            </a:lvl1pPr>
            <a:lvl2pPr algn="ctr">
              <a:defRPr sz="1050" b="0">
                <a:solidFill>
                  <a:srgbClr val="D7E0E8"/>
                </a:solidFill>
              </a:defRPr>
            </a:lvl2pPr>
            <a:lvl3pPr algn="ctr">
              <a:defRPr sz="1050" b="0">
                <a:solidFill>
                  <a:srgbClr val="D7E0E8"/>
                </a:solidFill>
              </a:defRPr>
            </a:lvl3pPr>
            <a:lvl4pPr algn="ctr">
              <a:defRPr sz="1050" b="0">
                <a:solidFill>
                  <a:srgbClr val="D7E0E8"/>
                </a:solidFill>
              </a:defRPr>
            </a:lvl4pPr>
            <a:lvl5pPr algn="ctr">
              <a:defRPr sz="1050" b="0">
                <a:solidFill>
                  <a:srgbClr val="D7E0E8"/>
                </a:solidFill>
              </a:defRPr>
            </a:lvl5pPr>
            <a:lvl6pPr algn="ctr">
              <a:defRPr sz="1050" b="0">
                <a:solidFill>
                  <a:srgbClr val="D7E0E8"/>
                </a:solidFill>
              </a:defRPr>
            </a:lvl6pPr>
            <a:lvl7pPr algn="ctr">
              <a:defRPr sz="1050" b="0">
                <a:solidFill>
                  <a:srgbClr val="D7E0E8"/>
                </a:solidFill>
              </a:defRPr>
            </a:lvl7pPr>
            <a:lvl8pPr algn="ctr">
              <a:defRPr sz="1050" b="0">
                <a:solidFill>
                  <a:srgbClr val="D7E0E8"/>
                </a:solidFill>
              </a:defRPr>
            </a:lvl8pPr>
            <a:lvl9pPr algn="ctr">
              <a:defRPr sz="10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Repository move</a:t>
            </a:r>
          </a:p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and adoption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D101D-2ADA-4829-B041-31131C4D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09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ED402-5F84-4290-B4CC-85B134AE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1.2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F7837-438A-406B-A69E-75413A43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F7B267"/>
                </a:solidFill>
              </a:defRPr>
            </a:defPPr>
            <a:lvl1pPr algn="ctr">
              <a:defRPr sz="975" b="0">
                <a:solidFill>
                  <a:srgbClr val="F7B267"/>
                </a:solidFill>
              </a:defRPr>
            </a:lvl1pPr>
            <a:lvl2pPr algn="ctr">
              <a:defRPr sz="975" b="0">
                <a:solidFill>
                  <a:srgbClr val="F7B267"/>
                </a:solidFill>
              </a:defRPr>
            </a:lvl2pPr>
            <a:lvl3pPr algn="ctr">
              <a:defRPr sz="975" b="0">
                <a:solidFill>
                  <a:srgbClr val="F7B267"/>
                </a:solidFill>
              </a:defRPr>
            </a:lvl3pPr>
            <a:lvl4pPr algn="ctr">
              <a:defRPr sz="975" b="0">
                <a:solidFill>
                  <a:srgbClr val="F7B267"/>
                </a:solidFill>
              </a:defRPr>
            </a:lvl4pPr>
            <a:lvl5pPr algn="ctr">
              <a:defRPr sz="975" b="0">
                <a:solidFill>
                  <a:srgbClr val="F7B267"/>
                </a:solidFill>
              </a:defRPr>
            </a:lvl5pPr>
            <a:lvl6pPr algn="ctr">
              <a:defRPr sz="975" b="0">
                <a:solidFill>
                  <a:srgbClr val="F7B267"/>
                </a:solidFill>
              </a:defRPr>
            </a:lvl6pPr>
            <a:lvl7pPr algn="ctr">
              <a:defRPr sz="975" b="0">
                <a:solidFill>
                  <a:srgbClr val="F7B267"/>
                </a:solidFill>
              </a:defRPr>
            </a:lvl7pPr>
            <a:lvl8pPr algn="ctr">
              <a:defRPr sz="975" b="0">
                <a:solidFill>
                  <a:srgbClr val="F7B267"/>
                </a:solidFill>
              </a:defRPr>
            </a:lvl8pPr>
            <a:lvl9pPr algn="ctr">
              <a:defRPr sz="975" b="0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7B267"/>
                </a:solidFill>
              </a:defRPr>
            </a:pPr>
            <a:r>
              <a:rPr sz="975" b="0">
                <a:solidFill>
                  <a:srgbClr val="F7B267"/>
                </a:solidFill>
              </a:rPr>
              <a:t>12 Oct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2E1C1B-2572-4D60-8F33-9FE778F2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71950"/>
            <a:ext cx="1352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D7E0E8"/>
                </a:solidFill>
              </a:defRPr>
            </a:defPPr>
            <a:lvl1pPr algn="ctr">
              <a:defRPr sz="1050" b="0">
                <a:solidFill>
                  <a:srgbClr val="D7E0E8"/>
                </a:solidFill>
              </a:defRPr>
            </a:lvl1pPr>
            <a:lvl2pPr algn="ctr">
              <a:defRPr sz="1050" b="0">
                <a:solidFill>
                  <a:srgbClr val="D7E0E8"/>
                </a:solidFill>
              </a:defRPr>
            </a:lvl2pPr>
            <a:lvl3pPr algn="ctr">
              <a:defRPr sz="1050" b="0">
                <a:solidFill>
                  <a:srgbClr val="D7E0E8"/>
                </a:solidFill>
              </a:defRPr>
            </a:lvl3pPr>
            <a:lvl4pPr algn="ctr">
              <a:defRPr sz="1050" b="0">
                <a:solidFill>
                  <a:srgbClr val="D7E0E8"/>
                </a:solidFill>
              </a:defRPr>
            </a:lvl4pPr>
            <a:lvl5pPr algn="ctr">
              <a:defRPr sz="1050" b="0">
                <a:solidFill>
                  <a:srgbClr val="D7E0E8"/>
                </a:solidFill>
              </a:defRPr>
            </a:lvl5pPr>
            <a:lvl6pPr algn="ctr">
              <a:defRPr sz="1050" b="0">
                <a:solidFill>
                  <a:srgbClr val="D7E0E8"/>
                </a:solidFill>
              </a:defRPr>
            </a:lvl6pPr>
            <a:lvl7pPr algn="ctr">
              <a:defRPr sz="1050" b="0">
                <a:solidFill>
                  <a:srgbClr val="D7E0E8"/>
                </a:solidFill>
              </a:defRPr>
            </a:lvl7pPr>
            <a:lvl8pPr algn="ctr">
              <a:defRPr sz="1050" b="0">
                <a:solidFill>
                  <a:srgbClr val="D7E0E8"/>
                </a:solidFill>
              </a:defRPr>
            </a:lvl8pPr>
            <a:lvl9pPr algn="ctr">
              <a:defRPr sz="10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Native Mix and</a:t>
            </a:r>
          </a:p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release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6C570-437F-4BDC-83ED-BDBD60A9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209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939EDF-FC8F-4A85-82BE-686D0E4A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6700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1.3.1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8C1072-6410-4670-87AA-9F96AC41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6385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F7B267"/>
                </a:solidFill>
              </a:defRPr>
            </a:defPPr>
            <a:lvl1pPr algn="ctr">
              <a:defRPr sz="975" b="0">
                <a:solidFill>
                  <a:srgbClr val="F7B267"/>
                </a:solidFill>
              </a:defRPr>
            </a:lvl1pPr>
            <a:lvl2pPr algn="ctr">
              <a:defRPr sz="975" b="0">
                <a:solidFill>
                  <a:srgbClr val="F7B267"/>
                </a:solidFill>
              </a:defRPr>
            </a:lvl2pPr>
            <a:lvl3pPr algn="ctr">
              <a:defRPr sz="975" b="0">
                <a:solidFill>
                  <a:srgbClr val="F7B267"/>
                </a:solidFill>
              </a:defRPr>
            </a:lvl3pPr>
            <a:lvl4pPr algn="ctr">
              <a:defRPr sz="975" b="0">
                <a:solidFill>
                  <a:srgbClr val="F7B267"/>
                </a:solidFill>
              </a:defRPr>
            </a:lvl4pPr>
            <a:lvl5pPr algn="ctr">
              <a:defRPr sz="975" b="0">
                <a:solidFill>
                  <a:srgbClr val="F7B267"/>
                </a:solidFill>
              </a:defRPr>
            </a:lvl5pPr>
            <a:lvl6pPr algn="ctr">
              <a:defRPr sz="975" b="0">
                <a:solidFill>
                  <a:srgbClr val="F7B267"/>
                </a:solidFill>
              </a:defRPr>
            </a:lvl6pPr>
            <a:lvl7pPr algn="ctr">
              <a:defRPr sz="975" b="0">
                <a:solidFill>
                  <a:srgbClr val="F7B267"/>
                </a:solidFill>
              </a:defRPr>
            </a:lvl7pPr>
            <a:lvl8pPr algn="ctr">
              <a:defRPr sz="975" b="0">
                <a:solidFill>
                  <a:srgbClr val="F7B267"/>
                </a:solidFill>
              </a:defRPr>
            </a:lvl8pPr>
            <a:lvl9pPr algn="ctr">
              <a:defRPr sz="975" b="0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7B267"/>
                </a:solidFill>
              </a:defRPr>
            </a:pPr>
            <a:r>
              <a:rPr sz="975" b="0">
                <a:solidFill>
                  <a:srgbClr val="F7B267"/>
                </a:solidFill>
              </a:rPr>
              <a:t>Now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EDB699-FB66-4669-87D9-8689D83D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1352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D7E0E8"/>
                </a:solidFill>
              </a:defRPr>
            </a:defPPr>
            <a:lvl1pPr algn="ctr">
              <a:defRPr sz="1050" b="0">
                <a:solidFill>
                  <a:srgbClr val="D7E0E8"/>
                </a:solidFill>
              </a:defRPr>
            </a:lvl1pPr>
            <a:lvl2pPr algn="ctr">
              <a:defRPr sz="1050" b="0">
                <a:solidFill>
                  <a:srgbClr val="D7E0E8"/>
                </a:solidFill>
              </a:defRPr>
            </a:lvl2pPr>
            <a:lvl3pPr algn="ctr">
              <a:defRPr sz="1050" b="0">
                <a:solidFill>
                  <a:srgbClr val="D7E0E8"/>
                </a:solidFill>
              </a:defRPr>
            </a:lvl3pPr>
            <a:lvl4pPr algn="ctr">
              <a:defRPr sz="1050" b="0">
                <a:solidFill>
                  <a:srgbClr val="D7E0E8"/>
                </a:solidFill>
              </a:defRPr>
            </a:lvl4pPr>
            <a:lvl5pPr algn="ctr">
              <a:defRPr sz="1050" b="0">
                <a:solidFill>
                  <a:srgbClr val="D7E0E8"/>
                </a:solidFill>
              </a:defRPr>
            </a:lvl5pPr>
            <a:lvl6pPr algn="ctr">
              <a:defRPr sz="1050" b="0">
                <a:solidFill>
                  <a:srgbClr val="D7E0E8"/>
                </a:solidFill>
              </a:defRPr>
            </a:lvl6pPr>
            <a:lvl7pPr algn="ctr">
              <a:defRPr sz="1050" b="0">
                <a:solidFill>
                  <a:srgbClr val="D7E0E8"/>
                </a:solidFill>
              </a:defRPr>
            </a:lvl7pPr>
            <a:lvl8pPr algn="ctr">
              <a:defRPr sz="1050" b="0">
                <a:solidFill>
                  <a:srgbClr val="D7E0E8"/>
                </a:solidFill>
              </a:defRPr>
            </a:lvl8pPr>
            <a:lvl9pPr algn="ctr">
              <a:defRPr sz="10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Film, custody</a:t>
            </a:r>
          </a:p>
          <a:p xmlns:a="http://schemas.openxmlformats.org/drawingml/2006/main">
            <a:pPr algn="ctr">
              <a:defRPr sz="1050" b="0">
                <a:solidFill>
                  <a:srgbClr val="D7E0E8"/>
                </a:solidFill>
              </a:defRPr>
            </a:pPr>
            <a:r>
              <a:rPr sz="1050" b="0">
                <a:solidFill>
                  <a:srgbClr val="D7E0E8"/>
                </a:solidFill>
              </a:rPr>
              <a:t>and explicit goals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31C5F4-5227-4FE3-BB37-2736F77B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57850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0">
                <a:solidFill>
                  <a:srgbClr val="FFFFFF"/>
                </a:solidFill>
              </a:defRPr>
            </a:defPPr>
            <a:lvl1pPr algn="ctr">
              <a:defRPr sz="1500" b="0">
                <a:solidFill>
                  <a:srgbClr val="FFFFFF"/>
                </a:solidFill>
              </a:defRPr>
            </a:lvl1pPr>
            <a:lvl2pPr algn="ctr">
              <a:defRPr sz="1500" b="0">
                <a:solidFill>
                  <a:srgbClr val="FFFFFF"/>
                </a:solidFill>
              </a:defRPr>
            </a:lvl2pPr>
            <a:lvl3pPr algn="ctr">
              <a:defRPr sz="1500" b="0">
                <a:solidFill>
                  <a:srgbClr val="FFFFFF"/>
                </a:solidFill>
              </a:defRPr>
            </a:lvl3pPr>
            <a:lvl4pPr algn="ctr">
              <a:defRPr sz="1500" b="0">
                <a:solidFill>
                  <a:srgbClr val="FFFFFF"/>
                </a:solidFill>
              </a:defRPr>
            </a:lvl4pPr>
            <a:lvl5pPr algn="ctr">
              <a:defRPr sz="1500" b="0">
                <a:solidFill>
                  <a:srgbClr val="FFFFFF"/>
                </a:solidFill>
              </a:defRPr>
            </a:lvl5pPr>
            <a:lvl6pPr algn="ctr">
              <a:defRPr sz="1500" b="0">
                <a:solidFill>
                  <a:srgbClr val="FFFFFF"/>
                </a:solidFill>
              </a:defRPr>
            </a:lvl6pPr>
            <a:lvl7pPr algn="ctr">
              <a:defRPr sz="1500" b="0">
                <a:solidFill>
                  <a:srgbClr val="FFFFFF"/>
                </a:solidFill>
              </a:defRPr>
            </a:lvl7pPr>
            <a:lvl8pPr algn="ctr">
              <a:defRPr sz="1500" b="0">
                <a:solidFill>
                  <a:srgbClr val="FFFFFF"/>
                </a:solidFill>
              </a:defRPr>
            </a:lvl8pPr>
            <a:lvl9pPr algn="ctr"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The through-line: each release moved trust away from implicit environment state and into explicit, replayable evidence.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3F69A2-BA44-44BD-AC26-BCC5C957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91A5B3"/>
                </a:solidFill>
              </a:defRPr>
            </a:defPPr>
            <a:lvl1pPr algn="r">
              <a:defRPr sz="900" b="1">
                <a:solidFill>
                  <a:srgbClr val="91A5B3"/>
                </a:solidFill>
              </a:defRPr>
            </a:lvl1pPr>
            <a:lvl2pPr algn="r">
              <a:defRPr sz="900" b="1">
                <a:solidFill>
                  <a:srgbClr val="91A5B3"/>
                </a:solidFill>
              </a:defRPr>
            </a:lvl2pPr>
            <a:lvl3pPr algn="r">
              <a:defRPr sz="900" b="1">
                <a:solidFill>
                  <a:srgbClr val="91A5B3"/>
                </a:solidFill>
              </a:defRPr>
            </a:lvl3pPr>
            <a:lvl4pPr algn="r">
              <a:defRPr sz="900" b="1">
                <a:solidFill>
                  <a:srgbClr val="91A5B3"/>
                </a:solidFill>
              </a:defRPr>
            </a:lvl4pPr>
            <a:lvl5pPr algn="r">
              <a:defRPr sz="900" b="1">
                <a:solidFill>
                  <a:srgbClr val="91A5B3"/>
                </a:solidFill>
              </a:defRPr>
            </a:lvl5pPr>
            <a:lvl6pPr algn="r">
              <a:defRPr sz="900" b="1">
                <a:solidFill>
                  <a:srgbClr val="91A5B3"/>
                </a:solidFill>
              </a:defRPr>
            </a:lvl6pPr>
            <a:lvl7pPr algn="r">
              <a:defRPr sz="900" b="1">
                <a:solidFill>
                  <a:srgbClr val="91A5B3"/>
                </a:solidFill>
              </a:defRPr>
            </a:lvl7pPr>
            <a:lvl8pPr algn="r">
              <a:defRPr sz="900" b="1">
                <a:solidFill>
                  <a:srgbClr val="91A5B3"/>
                </a:solidFill>
              </a:defRPr>
            </a:lvl8pPr>
            <a:lvl9pPr algn="r">
              <a:defRPr sz="900" b="1">
                <a:solidFill>
                  <a:srgbClr val="91A5B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91A5B3"/>
                </a:solidFill>
              </a:defRPr>
            </a:pPr>
            <a:r>
              <a:rPr sz="900" b="1">
                <a:solidFill>
                  <a:srgbClr val="91A5B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9029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721DC-62BC-467E-9462-C0F4779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47C20"/>
                </a:solidFill>
              </a:defRPr>
            </a:defPPr>
            <a:lvl1pPr algn="l">
              <a:defRPr sz="1050" b="1">
                <a:solidFill>
                  <a:srgbClr val="F47C20"/>
                </a:solidFill>
              </a:defRPr>
            </a:lvl1pPr>
            <a:lvl2pPr algn="l">
              <a:defRPr sz="1050" b="1">
                <a:solidFill>
                  <a:srgbClr val="F47C20"/>
                </a:solidFill>
              </a:defRPr>
            </a:lvl2pPr>
            <a:lvl3pPr algn="l">
              <a:defRPr sz="1050" b="1">
                <a:solidFill>
                  <a:srgbClr val="F47C20"/>
                </a:solidFill>
              </a:defRPr>
            </a:lvl3pPr>
            <a:lvl4pPr algn="l">
              <a:defRPr sz="1050" b="1">
                <a:solidFill>
                  <a:srgbClr val="F47C20"/>
                </a:solidFill>
              </a:defRPr>
            </a:lvl4pPr>
            <a:lvl5pPr algn="l">
              <a:defRPr sz="1050" b="1">
                <a:solidFill>
                  <a:srgbClr val="F47C20"/>
                </a:solidFill>
              </a:defRPr>
            </a:lvl5pPr>
            <a:lvl6pPr algn="l">
              <a:defRPr sz="1050" b="1">
                <a:solidFill>
                  <a:srgbClr val="F47C20"/>
                </a:solidFill>
              </a:defRPr>
            </a:lvl6pPr>
            <a:lvl7pPr algn="l">
              <a:defRPr sz="1050" b="1">
                <a:solidFill>
                  <a:srgbClr val="F47C20"/>
                </a:solidFill>
              </a:defRPr>
            </a:lvl7pPr>
            <a:lvl8pPr algn="l">
              <a:defRPr sz="1050" b="1">
                <a:solidFill>
                  <a:srgbClr val="F47C20"/>
                </a:solidFill>
              </a:defRPr>
            </a:lvl8pPr>
            <a:lvl9pPr algn="l">
              <a:defRPr sz="10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7C20"/>
                </a:solidFill>
              </a:defRPr>
            </a:pPr>
            <a:r>
              <a:rPr sz="1050" b="1">
                <a:solidFill>
                  <a:srgbClr val="F47C20"/>
                </a:solidFill>
              </a:rPr>
              <a:t>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19F79-67C0-4B1A-ABB0-0E84DE2A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242E"/>
                </a:solidFill>
              </a:defRPr>
            </a:defPPr>
            <a:lvl1pPr algn="l">
              <a:defRPr sz="2550" b="1">
                <a:solidFill>
                  <a:srgbClr val="17242E"/>
                </a:solidFill>
              </a:defRPr>
            </a:lvl1pPr>
            <a:lvl2pPr algn="l">
              <a:defRPr sz="2550" b="1">
                <a:solidFill>
                  <a:srgbClr val="17242E"/>
                </a:solidFill>
              </a:defRPr>
            </a:lvl2pPr>
            <a:lvl3pPr algn="l">
              <a:defRPr sz="2550" b="1">
                <a:solidFill>
                  <a:srgbClr val="17242E"/>
                </a:solidFill>
              </a:defRPr>
            </a:lvl3pPr>
            <a:lvl4pPr algn="l">
              <a:defRPr sz="2550" b="1">
                <a:solidFill>
                  <a:srgbClr val="17242E"/>
                </a:solidFill>
              </a:defRPr>
            </a:lvl4pPr>
            <a:lvl5pPr algn="l">
              <a:defRPr sz="2550" b="1">
                <a:solidFill>
                  <a:srgbClr val="17242E"/>
                </a:solidFill>
              </a:defRPr>
            </a:lvl5pPr>
            <a:lvl6pPr algn="l">
              <a:defRPr sz="2550" b="1">
                <a:solidFill>
                  <a:srgbClr val="17242E"/>
                </a:solidFill>
              </a:defRPr>
            </a:lvl6pPr>
            <a:lvl7pPr algn="l">
              <a:defRPr sz="2550" b="1">
                <a:solidFill>
                  <a:srgbClr val="17242E"/>
                </a:solidFill>
              </a:defRPr>
            </a:lvl7pPr>
            <a:lvl8pPr algn="l">
              <a:defRPr sz="2550" b="1">
                <a:solidFill>
                  <a:srgbClr val="17242E"/>
                </a:solidFill>
              </a:defRPr>
            </a:lvl8pPr>
            <a:lvl9pPr algn="l">
              <a:defRPr sz="25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2E"/>
                </a:solidFill>
              </a:defRPr>
            </a:pPr>
            <a:r>
              <a:rPr sz="2550" b="1">
                <a:solidFill>
                  <a:srgbClr val="17242E"/>
                </a:solidFill>
              </a:rPr>
              <a:t>What the release history taught 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81B5C-5C3E-48C5-BD85-D74C17D9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DF365-D31B-445C-A0F5-A56DC4D8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B69A5-FBCA-408C-81A4-8A7D28A8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7A0EF-E082-495E-9C2F-34CE3DF7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242E"/>
                </a:solidFill>
              </a:defRPr>
            </a:defPPr>
            <a:lvl1pPr algn="l">
              <a:defRPr sz="1425" b="1">
                <a:solidFill>
                  <a:srgbClr val="17242E"/>
                </a:solidFill>
              </a:defRPr>
            </a:lvl1pPr>
            <a:lvl2pPr algn="l">
              <a:defRPr sz="1425" b="1">
                <a:solidFill>
                  <a:srgbClr val="17242E"/>
                </a:solidFill>
              </a:defRPr>
            </a:lvl2pPr>
            <a:lvl3pPr algn="l">
              <a:defRPr sz="1425" b="1">
                <a:solidFill>
                  <a:srgbClr val="17242E"/>
                </a:solidFill>
              </a:defRPr>
            </a:lvl3pPr>
            <a:lvl4pPr algn="l">
              <a:defRPr sz="1425" b="1">
                <a:solidFill>
                  <a:srgbClr val="17242E"/>
                </a:solidFill>
              </a:defRPr>
            </a:lvl4pPr>
            <a:lvl5pPr algn="l">
              <a:defRPr sz="1425" b="1">
                <a:solidFill>
                  <a:srgbClr val="17242E"/>
                </a:solidFill>
              </a:defRPr>
            </a:lvl5pPr>
            <a:lvl6pPr algn="l">
              <a:defRPr sz="1425" b="1">
                <a:solidFill>
                  <a:srgbClr val="17242E"/>
                </a:solidFill>
              </a:defRPr>
            </a:lvl6pPr>
            <a:lvl7pPr algn="l">
              <a:defRPr sz="1425" b="1">
                <a:solidFill>
                  <a:srgbClr val="17242E"/>
                </a:solidFill>
              </a:defRPr>
            </a:lvl7pPr>
            <a:lvl8pPr algn="l">
              <a:defRPr sz="1425" b="1">
                <a:solidFill>
                  <a:srgbClr val="17242E"/>
                </a:solidFill>
              </a:defRPr>
            </a:lvl8pPr>
            <a:lvl9pPr algn="l">
              <a:defRPr sz="142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42E"/>
                </a:solidFill>
              </a:defRPr>
            </a:pPr>
            <a:r>
              <a:rPr sz="1425" b="1">
                <a:solidFill>
                  <a:srgbClr val="17242E"/>
                </a:solidFill>
              </a:rPr>
              <a:t>Green is too broad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EBFAB-11EE-4653-8315-6349C9E0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36675"/>
                </a:solidFill>
              </a:defRPr>
            </a:defPPr>
            <a:lvl1pPr algn="l">
              <a:defRPr sz="1125" b="0">
                <a:solidFill>
                  <a:srgbClr val="536675"/>
                </a:solidFill>
              </a:defRPr>
            </a:lvl1pPr>
            <a:lvl2pPr algn="l">
              <a:defRPr sz="1125" b="0">
                <a:solidFill>
                  <a:srgbClr val="536675"/>
                </a:solidFill>
              </a:defRPr>
            </a:lvl2pPr>
            <a:lvl3pPr algn="l">
              <a:defRPr sz="1125" b="0">
                <a:solidFill>
                  <a:srgbClr val="536675"/>
                </a:solidFill>
              </a:defRPr>
            </a:lvl3pPr>
            <a:lvl4pPr algn="l">
              <a:defRPr sz="1125" b="0">
                <a:solidFill>
                  <a:srgbClr val="536675"/>
                </a:solidFill>
              </a:defRPr>
            </a:lvl4pPr>
            <a:lvl5pPr algn="l">
              <a:defRPr sz="1125" b="0">
                <a:solidFill>
                  <a:srgbClr val="536675"/>
                </a:solidFill>
              </a:defRPr>
            </a:lvl5pPr>
            <a:lvl6pPr algn="l">
              <a:defRPr sz="1125" b="0">
                <a:solidFill>
                  <a:srgbClr val="536675"/>
                </a:solidFill>
              </a:defRPr>
            </a:lvl6pPr>
            <a:lvl7pPr algn="l">
              <a:defRPr sz="1125" b="0">
                <a:solidFill>
                  <a:srgbClr val="536675"/>
                </a:solidFill>
              </a:defRPr>
            </a:lvl7pPr>
            <a:lvl8pPr algn="l">
              <a:defRPr sz="1125" b="0">
                <a:solidFill>
                  <a:srgbClr val="536675"/>
                </a:solidFill>
              </a:defRPr>
            </a:lvl8pPr>
            <a:lvl9pPr algn="l">
              <a:defRPr sz="112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675"/>
                </a:solidFill>
              </a:defRPr>
            </a:pPr>
            <a:r>
              <a:rPr sz="1125" b="0">
                <a:solidFill>
                  <a:srgbClr val="536675"/>
                </a:solidFill>
              </a:rPr>
              <a:t>A passing suite can miss installed, native, cross-host or exact-commit defects.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D2D2F-F6A0-40B7-8B70-D820C4FF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3670A-E200-4439-B614-195AC12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23053-029C-4210-8748-573E654B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242E"/>
                </a:solidFill>
              </a:defRPr>
            </a:defPPr>
            <a:lvl1pPr algn="l">
              <a:defRPr sz="1425" b="1">
                <a:solidFill>
                  <a:srgbClr val="17242E"/>
                </a:solidFill>
              </a:defRPr>
            </a:lvl1pPr>
            <a:lvl2pPr algn="l">
              <a:defRPr sz="1425" b="1">
                <a:solidFill>
                  <a:srgbClr val="17242E"/>
                </a:solidFill>
              </a:defRPr>
            </a:lvl2pPr>
            <a:lvl3pPr algn="l">
              <a:defRPr sz="1425" b="1">
                <a:solidFill>
                  <a:srgbClr val="17242E"/>
                </a:solidFill>
              </a:defRPr>
            </a:lvl3pPr>
            <a:lvl4pPr algn="l">
              <a:defRPr sz="1425" b="1">
                <a:solidFill>
                  <a:srgbClr val="17242E"/>
                </a:solidFill>
              </a:defRPr>
            </a:lvl4pPr>
            <a:lvl5pPr algn="l">
              <a:defRPr sz="1425" b="1">
                <a:solidFill>
                  <a:srgbClr val="17242E"/>
                </a:solidFill>
              </a:defRPr>
            </a:lvl5pPr>
            <a:lvl6pPr algn="l">
              <a:defRPr sz="1425" b="1">
                <a:solidFill>
                  <a:srgbClr val="17242E"/>
                </a:solidFill>
              </a:defRPr>
            </a:lvl6pPr>
            <a:lvl7pPr algn="l">
              <a:defRPr sz="1425" b="1">
                <a:solidFill>
                  <a:srgbClr val="17242E"/>
                </a:solidFill>
              </a:defRPr>
            </a:lvl7pPr>
            <a:lvl8pPr algn="l">
              <a:defRPr sz="1425" b="1">
                <a:solidFill>
                  <a:srgbClr val="17242E"/>
                </a:solidFill>
              </a:defRPr>
            </a:lvl8pPr>
            <a:lvl9pPr algn="l">
              <a:defRPr sz="142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42E"/>
                </a:solidFill>
              </a:defRPr>
            </a:pPr>
            <a:r>
              <a:rPr sz="1425" b="1">
                <a:solidFill>
                  <a:srgbClr val="17242E"/>
                </a:solidFill>
              </a:rPr>
              <a:t>Identity must be exact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066F5-5E9D-43E2-BB4F-6F2C3B94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36675"/>
                </a:solidFill>
              </a:defRPr>
            </a:defPPr>
            <a:lvl1pPr algn="l">
              <a:defRPr sz="1125" b="0">
                <a:solidFill>
                  <a:srgbClr val="536675"/>
                </a:solidFill>
              </a:defRPr>
            </a:lvl1pPr>
            <a:lvl2pPr algn="l">
              <a:defRPr sz="1125" b="0">
                <a:solidFill>
                  <a:srgbClr val="536675"/>
                </a:solidFill>
              </a:defRPr>
            </a:lvl2pPr>
            <a:lvl3pPr algn="l">
              <a:defRPr sz="1125" b="0">
                <a:solidFill>
                  <a:srgbClr val="536675"/>
                </a:solidFill>
              </a:defRPr>
            </a:lvl3pPr>
            <a:lvl4pPr algn="l">
              <a:defRPr sz="1125" b="0">
                <a:solidFill>
                  <a:srgbClr val="536675"/>
                </a:solidFill>
              </a:defRPr>
            </a:lvl4pPr>
            <a:lvl5pPr algn="l">
              <a:defRPr sz="1125" b="0">
                <a:solidFill>
                  <a:srgbClr val="536675"/>
                </a:solidFill>
              </a:defRPr>
            </a:lvl5pPr>
            <a:lvl6pPr algn="l">
              <a:defRPr sz="1125" b="0">
                <a:solidFill>
                  <a:srgbClr val="536675"/>
                </a:solidFill>
              </a:defRPr>
            </a:lvl6pPr>
            <a:lvl7pPr algn="l">
              <a:defRPr sz="1125" b="0">
                <a:solidFill>
                  <a:srgbClr val="536675"/>
                </a:solidFill>
              </a:defRPr>
            </a:lvl7pPr>
            <a:lvl8pPr algn="l">
              <a:defRPr sz="1125" b="0">
                <a:solidFill>
                  <a:srgbClr val="536675"/>
                </a:solidFill>
              </a:defRPr>
            </a:lvl8pPr>
            <a:lvl9pPr algn="l">
              <a:defRPr sz="112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675"/>
                </a:solidFill>
              </a:defRPr>
            </a:pPr>
            <a:r>
              <a:rPr sz="1125" b="0">
                <a:solidFill>
                  <a:srgbClr val="536675"/>
                </a:solidFill>
              </a:rPr>
              <a:t>Specs, skills, models, dependencies and wire bytes belong in the accepted identity.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BBB3D-928D-4B42-83FA-DB462B91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1F2E6-571D-4047-859F-1C13F7A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D6977-BE6D-4C1C-BC65-3C36B858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242E"/>
                </a:solidFill>
              </a:defRPr>
            </a:defPPr>
            <a:lvl1pPr algn="l">
              <a:defRPr sz="1425" b="1">
                <a:solidFill>
                  <a:srgbClr val="17242E"/>
                </a:solidFill>
              </a:defRPr>
            </a:lvl1pPr>
            <a:lvl2pPr algn="l">
              <a:defRPr sz="1425" b="1">
                <a:solidFill>
                  <a:srgbClr val="17242E"/>
                </a:solidFill>
              </a:defRPr>
            </a:lvl2pPr>
            <a:lvl3pPr algn="l">
              <a:defRPr sz="1425" b="1">
                <a:solidFill>
                  <a:srgbClr val="17242E"/>
                </a:solidFill>
              </a:defRPr>
            </a:lvl3pPr>
            <a:lvl4pPr algn="l">
              <a:defRPr sz="1425" b="1">
                <a:solidFill>
                  <a:srgbClr val="17242E"/>
                </a:solidFill>
              </a:defRPr>
            </a:lvl4pPr>
            <a:lvl5pPr algn="l">
              <a:defRPr sz="1425" b="1">
                <a:solidFill>
                  <a:srgbClr val="17242E"/>
                </a:solidFill>
              </a:defRPr>
            </a:lvl5pPr>
            <a:lvl6pPr algn="l">
              <a:defRPr sz="1425" b="1">
                <a:solidFill>
                  <a:srgbClr val="17242E"/>
                </a:solidFill>
              </a:defRPr>
            </a:lvl6pPr>
            <a:lvl7pPr algn="l">
              <a:defRPr sz="1425" b="1">
                <a:solidFill>
                  <a:srgbClr val="17242E"/>
                </a:solidFill>
              </a:defRPr>
            </a:lvl7pPr>
            <a:lvl8pPr algn="l">
              <a:defRPr sz="1425" b="1">
                <a:solidFill>
                  <a:srgbClr val="17242E"/>
                </a:solidFill>
              </a:defRPr>
            </a:lvl8pPr>
            <a:lvl9pPr algn="l">
              <a:defRPr sz="142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42E"/>
                </a:solidFill>
              </a:defRPr>
            </a:pPr>
            <a:r>
              <a:rPr sz="1425" b="1">
                <a:solidFill>
                  <a:srgbClr val="17242E"/>
                </a:solidFill>
              </a:rPr>
              <a:t>The verifier owns truth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66EE6-5C40-4C56-9198-9BB4EA79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36675"/>
                </a:solidFill>
              </a:defRPr>
            </a:defPPr>
            <a:lvl1pPr algn="l">
              <a:defRPr sz="1125" b="0">
                <a:solidFill>
                  <a:srgbClr val="536675"/>
                </a:solidFill>
              </a:defRPr>
            </a:lvl1pPr>
            <a:lvl2pPr algn="l">
              <a:defRPr sz="1125" b="0">
                <a:solidFill>
                  <a:srgbClr val="536675"/>
                </a:solidFill>
              </a:defRPr>
            </a:lvl2pPr>
            <a:lvl3pPr algn="l">
              <a:defRPr sz="1125" b="0">
                <a:solidFill>
                  <a:srgbClr val="536675"/>
                </a:solidFill>
              </a:defRPr>
            </a:lvl3pPr>
            <a:lvl4pPr algn="l">
              <a:defRPr sz="1125" b="0">
                <a:solidFill>
                  <a:srgbClr val="536675"/>
                </a:solidFill>
              </a:defRPr>
            </a:lvl4pPr>
            <a:lvl5pPr algn="l">
              <a:defRPr sz="1125" b="0">
                <a:solidFill>
                  <a:srgbClr val="536675"/>
                </a:solidFill>
              </a:defRPr>
            </a:lvl5pPr>
            <a:lvl6pPr algn="l">
              <a:defRPr sz="1125" b="0">
                <a:solidFill>
                  <a:srgbClr val="536675"/>
                </a:solidFill>
              </a:defRPr>
            </a:lvl6pPr>
            <a:lvl7pPr algn="l">
              <a:defRPr sz="1125" b="0">
                <a:solidFill>
                  <a:srgbClr val="536675"/>
                </a:solidFill>
              </a:defRPr>
            </a:lvl7pPr>
            <a:lvl8pPr algn="l">
              <a:defRPr sz="1125" b="0">
                <a:solidFill>
                  <a:srgbClr val="536675"/>
                </a:solidFill>
              </a:defRPr>
            </a:lvl8pPr>
            <a:lvl9pPr algn="l">
              <a:defRPr sz="112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675"/>
                </a:solidFill>
              </a:defRPr>
            </a:pPr>
            <a:r>
              <a:rPr sz="1125" b="0">
                <a:solidFill>
                  <a:srgbClr val="536675"/>
                </a:solidFill>
              </a:rPr>
              <a:t>Model-authored tests help, while independent acceptance decides whether an artifact is usable.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4CE1C-D37E-4CBA-8E8C-6CD1B1AF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1719A-52F5-4D2D-9365-C4C263A1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544F2-9E58-4A4F-A184-EFD48495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242E"/>
                </a:solidFill>
              </a:defRPr>
            </a:defPPr>
            <a:lvl1pPr algn="l">
              <a:defRPr sz="1425" b="1">
                <a:solidFill>
                  <a:srgbClr val="17242E"/>
                </a:solidFill>
              </a:defRPr>
            </a:lvl1pPr>
            <a:lvl2pPr algn="l">
              <a:defRPr sz="1425" b="1">
                <a:solidFill>
                  <a:srgbClr val="17242E"/>
                </a:solidFill>
              </a:defRPr>
            </a:lvl2pPr>
            <a:lvl3pPr algn="l">
              <a:defRPr sz="1425" b="1">
                <a:solidFill>
                  <a:srgbClr val="17242E"/>
                </a:solidFill>
              </a:defRPr>
            </a:lvl3pPr>
            <a:lvl4pPr algn="l">
              <a:defRPr sz="1425" b="1">
                <a:solidFill>
                  <a:srgbClr val="17242E"/>
                </a:solidFill>
              </a:defRPr>
            </a:lvl4pPr>
            <a:lvl5pPr algn="l">
              <a:defRPr sz="1425" b="1">
                <a:solidFill>
                  <a:srgbClr val="17242E"/>
                </a:solidFill>
              </a:defRPr>
            </a:lvl5pPr>
            <a:lvl6pPr algn="l">
              <a:defRPr sz="1425" b="1">
                <a:solidFill>
                  <a:srgbClr val="17242E"/>
                </a:solidFill>
              </a:defRPr>
            </a:lvl6pPr>
            <a:lvl7pPr algn="l">
              <a:defRPr sz="1425" b="1">
                <a:solidFill>
                  <a:srgbClr val="17242E"/>
                </a:solidFill>
              </a:defRPr>
            </a:lvl7pPr>
            <a:lvl8pPr algn="l">
              <a:defRPr sz="1425" b="1">
                <a:solidFill>
                  <a:srgbClr val="17242E"/>
                </a:solidFill>
              </a:defRPr>
            </a:lvl8pPr>
            <a:lvl9pPr algn="l">
              <a:defRPr sz="142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42E"/>
                </a:solidFill>
              </a:defRPr>
            </a:pPr>
            <a:r>
              <a:rPr sz="1425" b="1">
                <a:solidFill>
                  <a:srgbClr val="17242E"/>
                </a:solidFill>
              </a:rPr>
              <a:t>Failure needs custody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97EFF-BA54-4AB3-8D2A-D38CB282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385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36675"/>
                </a:solidFill>
              </a:defRPr>
            </a:defPPr>
            <a:lvl1pPr algn="l">
              <a:defRPr sz="1125" b="0">
                <a:solidFill>
                  <a:srgbClr val="536675"/>
                </a:solidFill>
              </a:defRPr>
            </a:lvl1pPr>
            <a:lvl2pPr algn="l">
              <a:defRPr sz="1125" b="0">
                <a:solidFill>
                  <a:srgbClr val="536675"/>
                </a:solidFill>
              </a:defRPr>
            </a:lvl2pPr>
            <a:lvl3pPr algn="l">
              <a:defRPr sz="1125" b="0">
                <a:solidFill>
                  <a:srgbClr val="536675"/>
                </a:solidFill>
              </a:defRPr>
            </a:lvl3pPr>
            <a:lvl4pPr algn="l">
              <a:defRPr sz="1125" b="0">
                <a:solidFill>
                  <a:srgbClr val="536675"/>
                </a:solidFill>
              </a:defRPr>
            </a:lvl4pPr>
            <a:lvl5pPr algn="l">
              <a:defRPr sz="1125" b="0">
                <a:solidFill>
                  <a:srgbClr val="536675"/>
                </a:solidFill>
              </a:defRPr>
            </a:lvl5pPr>
            <a:lvl6pPr algn="l">
              <a:defRPr sz="1125" b="0">
                <a:solidFill>
                  <a:srgbClr val="536675"/>
                </a:solidFill>
              </a:defRPr>
            </a:lvl6pPr>
            <a:lvl7pPr algn="l">
              <a:defRPr sz="1125" b="0">
                <a:solidFill>
                  <a:srgbClr val="536675"/>
                </a:solidFill>
              </a:defRPr>
            </a:lvl7pPr>
            <a:lvl8pPr algn="l">
              <a:defRPr sz="1125" b="0">
                <a:solidFill>
                  <a:srgbClr val="536675"/>
                </a:solidFill>
              </a:defRPr>
            </a:lvl8pPr>
            <a:lvl9pPr algn="l">
              <a:defRPr sz="112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675"/>
                </a:solidFill>
              </a:defRPr>
            </a:pPr>
            <a:r>
              <a:rPr sz="1125" b="0">
                <a:solidFill>
                  <a:srgbClr val="536675"/>
                </a:solidFill>
              </a:rPr>
              <a:t>Unknown ownership, partial publication and post-actuation transport loss must fail closed.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FAE3F9-4DC1-4585-9BBE-26EBDE46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59A8B-EBB1-4CE8-AB36-DFB149A9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6860B-D55C-4DC2-9D7E-A11A39D5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242E"/>
                </a:solidFill>
              </a:defRPr>
            </a:defPPr>
            <a:lvl1pPr algn="l">
              <a:defRPr sz="1425" b="1">
                <a:solidFill>
                  <a:srgbClr val="17242E"/>
                </a:solidFill>
              </a:defRPr>
            </a:lvl1pPr>
            <a:lvl2pPr algn="l">
              <a:defRPr sz="1425" b="1">
                <a:solidFill>
                  <a:srgbClr val="17242E"/>
                </a:solidFill>
              </a:defRPr>
            </a:lvl2pPr>
            <a:lvl3pPr algn="l">
              <a:defRPr sz="1425" b="1">
                <a:solidFill>
                  <a:srgbClr val="17242E"/>
                </a:solidFill>
              </a:defRPr>
            </a:lvl3pPr>
            <a:lvl4pPr algn="l">
              <a:defRPr sz="1425" b="1">
                <a:solidFill>
                  <a:srgbClr val="17242E"/>
                </a:solidFill>
              </a:defRPr>
            </a:lvl4pPr>
            <a:lvl5pPr algn="l">
              <a:defRPr sz="1425" b="1">
                <a:solidFill>
                  <a:srgbClr val="17242E"/>
                </a:solidFill>
              </a:defRPr>
            </a:lvl5pPr>
            <a:lvl6pPr algn="l">
              <a:defRPr sz="1425" b="1">
                <a:solidFill>
                  <a:srgbClr val="17242E"/>
                </a:solidFill>
              </a:defRPr>
            </a:lvl6pPr>
            <a:lvl7pPr algn="l">
              <a:defRPr sz="1425" b="1">
                <a:solidFill>
                  <a:srgbClr val="17242E"/>
                </a:solidFill>
              </a:defRPr>
            </a:lvl7pPr>
            <a:lvl8pPr algn="l">
              <a:defRPr sz="1425" b="1">
                <a:solidFill>
                  <a:srgbClr val="17242E"/>
                </a:solidFill>
              </a:defRPr>
            </a:lvl8pPr>
            <a:lvl9pPr algn="l">
              <a:defRPr sz="142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42E"/>
                </a:solidFill>
              </a:defRPr>
            </a:pPr>
            <a:r>
              <a:rPr sz="1425" b="1">
                <a:solidFill>
                  <a:srgbClr val="17242E"/>
                </a:solidFill>
              </a:rPr>
              <a:t>Usability is release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A9511-632E-402E-8783-C824409E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339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36675"/>
                </a:solidFill>
              </a:defRPr>
            </a:defPPr>
            <a:lvl1pPr algn="l">
              <a:defRPr sz="1125" b="0">
                <a:solidFill>
                  <a:srgbClr val="536675"/>
                </a:solidFill>
              </a:defRPr>
            </a:lvl1pPr>
            <a:lvl2pPr algn="l">
              <a:defRPr sz="1125" b="0">
                <a:solidFill>
                  <a:srgbClr val="536675"/>
                </a:solidFill>
              </a:defRPr>
            </a:lvl2pPr>
            <a:lvl3pPr algn="l">
              <a:defRPr sz="1125" b="0">
                <a:solidFill>
                  <a:srgbClr val="536675"/>
                </a:solidFill>
              </a:defRPr>
            </a:lvl3pPr>
            <a:lvl4pPr algn="l">
              <a:defRPr sz="1125" b="0">
                <a:solidFill>
                  <a:srgbClr val="536675"/>
                </a:solidFill>
              </a:defRPr>
            </a:lvl4pPr>
            <a:lvl5pPr algn="l">
              <a:defRPr sz="1125" b="0">
                <a:solidFill>
                  <a:srgbClr val="536675"/>
                </a:solidFill>
              </a:defRPr>
            </a:lvl5pPr>
            <a:lvl6pPr algn="l">
              <a:defRPr sz="1125" b="0">
                <a:solidFill>
                  <a:srgbClr val="536675"/>
                </a:solidFill>
              </a:defRPr>
            </a:lvl6pPr>
            <a:lvl7pPr algn="l">
              <a:defRPr sz="1125" b="0">
                <a:solidFill>
                  <a:srgbClr val="536675"/>
                </a:solidFill>
              </a:defRPr>
            </a:lvl7pPr>
            <a:lvl8pPr algn="l">
              <a:defRPr sz="1125" b="0">
                <a:solidFill>
                  <a:srgbClr val="536675"/>
                </a:solidFill>
              </a:defRPr>
            </a:lvl8pPr>
            <a:lvl9pPr algn="l">
              <a:defRPr sz="112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675"/>
                </a:solidFill>
              </a:defRPr>
            </a:pPr>
            <a:r>
              <a:rPr sz="1125" b="0">
                <a:solidFill>
                  <a:srgbClr val="536675"/>
                </a:solidFill>
              </a:rPr>
              <a:t>Onboarding, status, diagnosis and clear evidence determine whether rigor is practical.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E4E26-3160-41A8-ABB1-91875AC0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5302C1-34F3-444D-8118-6D3EE1CA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A62FD-695C-4144-86EB-F6811F34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242E"/>
                </a:solidFill>
              </a:defRPr>
            </a:defPPr>
            <a:lvl1pPr algn="l">
              <a:defRPr sz="1425" b="1">
                <a:solidFill>
                  <a:srgbClr val="17242E"/>
                </a:solidFill>
              </a:defRPr>
            </a:lvl1pPr>
            <a:lvl2pPr algn="l">
              <a:defRPr sz="1425" b="1">
                <a:solidFill>
                  <a:srgbClr val="17242E"/>
                </a:solidFill>
              </a:defRPr>
            </a:lvl2pPr>
            <a:lvl3pPr algn="l">
              <a:defRPr sz="1425" b="1">
                <a:solidFill>
                  <a:srgbClr val="17242E"/>
                </a:solidFill>
              </a:defRPr>
            </a:lvl3pPr>
            <a:lvl4pPr algn="l">
              <a:defRPr sz="1425" b="1">
                <a:solidFill>
                  <a:srgbClr val="17242E"/>
                </a:solidFill>
              </a:defRPr>
            </a:lvl4pPr>
            <a:lvl5pPr algn="l">
              <a:defRPr sz="1425" b="1">
                <a:solidFill>
                  <a:srgbClr val="17242E"/>
                </a:solidFill>
              </a:defRPr>
            </a:lvl5pPr>
            <a:lvl6pPr algn="l">
              <a:defRPr sz="1425" b="1">
                <a:solidFill>
                  <a:srgbClr val="17242E"/>
                </a:solidFill>
              </a:defRPr>
            </a:lvl6pPr>
            <a:lvl7pPr algn="l">
              <a:defRPr sz="1425" b="1">
                <a:solidFill>
                  <a:srgbClr val="17242E"/>
                </a:solidFill>
              </a:defRPr>
            </a:lvl7pPr>
            <a:lvl8pPr algn="l">
              <a:defRPr sz="1425" b="1">
                <a:solidFill>
                  <a:srgbClr val="17242E"/>
                </a:solidFill>
              </a:defRPr>
            </a:lvl8pPr>
            <a:lvl9pPr algn="l">
              <a:defRPr sz="142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242E"/>
                </a:solidFill>
              </a:defRPr>
            </a:pPr>
            <a:r>
              <a:rPr sz="1425" b="1">
                <a:solidFill>
                  <a:srgbClr val="17242E"/>
                </a:solidFill>
              </a:rPr>
              <a:t>Deferral needs consent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7C65F2-471D-4A11-9E77-32C6B28A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36675"/>
                </a:solidFill>
              </a:defRPr>
            </a:defPPr>
            <a:lvl1pPr algn="l">
              <a:defRPr sz="1125" b="0">
                <a:solidFill>
                  <a:srgbClr val="536675"/>
                </a:solidFill>
              </a:defRPr>
            </a:lvl1pPr>
            <a:lvl2pPr algn="l">
              <a:defRPr sz="1125" b="0">
                <a:solidFill>
                  <a:srgbClr val="536675"/>
                </a:solidFill>
              </a:defRPr>
            </a:lvl2pPr>
            <a:lvl3pPr algn="l">
              <a:defRPr sz="1125" b="0">
                <a:solidFill>
                  <a:srgbClr val="536675"/>
                </a:solidFill>
              </a:defRPr>
            </a:lvl3pPr>
            <a:lvl4pPr algn="l">
              <a:defRPr sz="1125" b="0">
                <a:solidFill>
                  <a:srgbClr val="536675"/>
                </a:solidFill>
              </a:defRPr>
            </a:lvl4pPr>
            <a:lvl5pPr algn="l">
              <a:defRPr sz="1125" b="0">
                <a:solidFill>
                  <a:srgbClr val="536675"/>
                </a:solidFill>
              </a:defRPr>
            </a:lvl5pPr>
            <a:lvl6pPr algn="l">
              <a:defRPr sz="1125" b="0">
                <a:solidFill>
                  <a:srgbClr val="536675"/>
                </a:solidFill>
              </a:defRPr>
            </a:lvl6pPr>
            <a:lvl7pPr algn="l">
              <a:defRPr sz="1125" b="0">
                <a:solidFill>
                  <a:srgbClr val="536675"/>
                </a:solidFill>
              </a:defRPr>
            </a:lvl7pPr>
            <a:lvl8pPr algn="l">
              <a:defRPr sz="1125" b="0">
                <a:solidFill>
                  <a:srgbClr val="536675"/>
                </a:solidFill>
              </a:defRPr>
            </a:lvl8pPr>
            <a:lvl9pPr algn="l">
              <a:defRPr sz="112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675"/>
                </a:solidFill>
              </a:defRPr>
            </a:pPr>
            <a:r>
              <a:rPr sz="1125" b="0">
                <a:solidFill>
                  <a:srgbClr val="536675"/>
                </a:solidFill>
              </a:rPr>
              <a:t>A roadmap move changes the release promise and therefore requires explicit user approval.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25098F-A6DB-46A0-B288-239FF00B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536675"/>
                </a:solidFill>
              </a:defRPr>
            </a:defPPr>
            <a:lvl1pPr algn="l">
              <a:defRPr sz="900" b="0">
                <a:solidFill>
                  <a:srgbClr val="536675"/>
                </a:solidFill>
              </a:defRPr>
            </a:lvl1pPr>
            <a:lvl2pPr algn="l">
              <a:defRPr sz="900" b="0">
                <a:solidFill>
                  <a:srgbClr val="536675"/>
                </a:solidFill>
              </a:defRPr>
            </a:lvl2pPr>
            <a:lvl3pPr algn="l">
              <a:defRPr sz="900" b="0">
                <a:solidFill>
                  <a:srgbClr val="536675"/>
                </a:solidFill>
              </a:defRPr>
            </a:lvl3pPr>
            <a:lvl4pPr algn="l">
              <a:defRPr sz="900" b="0">
                <a:solidFill>
                  <a:srgbClr val="536675"/>
                </a:solidFill>
              </a:defRPr>
            </a:lvl4pPr>
            <a:lvl5pPr algn="l">
              <a:defRPr sz="900" b="0">
                <a:solidFill>
                  <a:srgbClr val="536675"/>
                </a:solidFill>
              </a:defRPr>
            </a:lvl5pPr>
            <a:lvl6pPr algn="l">
              <a:defRPr sz="900" b="0">
                <a:solidFill>
                  <a:srgbClr val="536675"/>
                </a:solidFill>
              </a:defRPr>
            </a:lvl6pPr>
            <a:lvl7pPr algn="l">
              <a:defRPr sz="900" b="0">
                <a:solidFill>
                  <a:srgbClr val="536675"/>
                </a:solidFill>
              </a:defRPr>
            </a:lvl7pPr>
            <a:lvl8pPr algn="l">
              <a:defRPr sz="900" b="0">
                <a:solidFill>
                  <a:srgbClr val="536675"/>
                </a:solidFill>
              </a:defRPr>
            </a:lvl8pPr>
            <a:lvl9pPr algn="l">
              <a:defRPr sz="90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675"/>
                </a:solidFill>
              </a:defRPr>
            </a:pPr>
            <a:r>
              <a:rPr sz="900" b="0">
                <a:solidFill>
                  <a:srgbClr val="536675"/>
                </a:solidFill>
              </a:rPr>
              <a:t>Literate AI 1.3.1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7D4CE-02DB-4161-98E2-13D0EFD0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536675"/>
                </a:solidFill>
              </a:defRPr>
            </a:defPPr>
            <a:lvl1pPr algn="r">
              <a:defRPr sz="900" b="1">
                <a:solidFill>
                  <a:srgbClr val="536675"/>
                </a:solidFill>
              </a:defRPr>
            </a:lvl1pPr>
            <a:lvl2pPr algn="r">
              <a:defRPr sz="900" b="1">
                <a:solidFill>
                  <a:srgbClr val="536675"/>
                </a:solidFill>
              </a:defRPr>
            </a:lvl2pPr>
            <a:lvl3pPr algn="r">
              <a:defRPr sz="900" b="1">
                <a:solidFill>
                  <a:srgbClr val="536675"/>
                </a:solidFill>
              </a:defRPr>
            </a:lvl3pPr>
            <a:lvl4pPr algn="r">
              <a:defRPr sz="900" b="1">
                <a:solidFill>
                  <a:srgbClr val="536675"/>
                </a:solidFill>
              </a:defRPr>
            </a:lvl4pPr>
            <a:lvl5pPr algn="r">
              <a:defRPr sz="900" b="1">
                <a:solidFill>
                  <a:srgbClr val="536675"/>
                </a:solidFill>
              </a:defRPr>
            </a:lvl5pPr>
            <a:lvl6pPr algn="r">
              <a:defRPr sz="900" b="1">
                <a:solidFill>
                  <a:srgbClr val="536675"/>
                </a:solidFill>
              </a:defRPr>
            </a:lvl6pPr>
            <a:lvl7pPr algn="r">
              <a:defRPr sz="900" b="1">
                <a:solidFill>
                  <a:srgbClr val="536675"/>
                </a:solidFill>
              </a:defRPr>
            </a:lvl7pPr>
            <a:lvl8pPr algn="r">
              <a:defRPr sz="900" b="1">
                <a:solidFill>
                  <a:srgbClr val="536675"/>
                </a:solidFill>
              </a:defRPr>
            </a:lvl8pPr>
            <a:lvl9pPr algn="r">
              <a:defRPr sz="900" b="1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36675"/>
                </a:solidFill>
              </a:defRPr>
            </a:pPr>
            <a:r>
              <a:rPr sz="900" b="1">
                <a:solidFill>
                  <a:srgbClr val="53667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95673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0EEE7-08A3-4E47-9BE3-927A151B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47C20"/>
                </a:solidFill>
              </a:defRPr>
            </a:defPPr>
            <a:lvl1pPr algn="l">
              <a:defRPr sz="1050" b="1">
                <a:solidFill>
                  <a:srgbClr val="F47C20"/>
                </a:solidFill>
              </a:defRPr>
            </a:lvl1pPr>
            <a:lvl2pPr algn="l">
              <a:defRPr sz="1050" b="1">
                <a:solidFill>
                  <a:srgbClr val="F47C20"/>
                </a:solidFill>
              </a:defRPr>
            </a:lvl2pPr>
            <a:lvl3pPr algn="l">
              <a:defRPr sz="1050" b="1">
                <a:solidFill>
                  <a:srgbClr val="F47C20"/>
                </a:solidFill>
              </a:defRPr>
            </a:lvl3pPr>
            <a:lvl4pPr algn="l">
              <a:defRPr sz="1050" b="1">
                <a:solidFill>
                  <a:srgbClr val="F47C20"/>
                </a:solidFill>
              </a:defRPr>
            </a:lvl4pPr>
            <a:lvl5pPr algn="l">
              <a:defRPr sz="1050" b="1">
                <a:solidFill>
                  <a:srgbClr val="F47C20"/>
                </a:solidFill>
              </a:defRPr>
            </a:lvl5pPr>
            <a:lvl6pPr algn="l">
              <a:defRPr sz="1050" b="1">
                <a:solidFill>
                  <a:srgbClr val="F47C20"/>
                </a:solidFill>
              </a:defRPr>
            </a:lvl6pPr>
            <a:lvl7pPr algn="l">
              <a:defRPr sz="1050" b="1">
                <a:solidFill>
                  <a:srgbClr val="F47C20"/>
                </a:solidFill>
              </a:defRPr>
            </a:lvl7pPr>
            <a:lvl8pPr algn="l">
              <a:defRPr sz="1050" b="1">
                <a:solidFill>
                  <a:srgbClr val="F47C20"/>
                </a:solidFill>
              </a:defRPr>
            </a:lvl8pPr>
            <a:lvl9pPr algn="l">
              <a:defRPr sz="10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7C20"/>
                </a:solidFill>
              </a:defRPr>
            </a:pPr>
            <a:r>
              <a:rPr sz="1050" b="1">
                <a:solidFill>
                  <a:srgbClr val="F47C20"/>
                </a:solidFill>
              </a:rPr>
              <a:t>RELEASE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8BACB-060E-471F-8B3D-A2A26419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242E"/>
                </a:solidFill>
              </a:defRPr>
            </a:defPPr>
            <a:lvl1pPr algn="l">
              <a:defRPr sz="2550" b="1">
                <a:solidFill>
                  <a:srgbClr val="17242E"/>
                </a:solidFill>
              </a:defRPr>
            </a:lvl1pPr>
            <a:lvl2pPr algn="l">
              <a:defRPr sz="2550" b="1">
                <a:solidFill>
                  <a:srgbClr val="17242E"/>
                </a:solidFill>
              </a:defRPr>
            </a:lvl2pPr>
            <a:lvl3pPr algn="l">
              <a:defRPr sz="2550" b="1">
                <a:solidFill>
                  <a:srgbClr val="17242E"/>
                </a:solidFill>
              </a:defRPr>
            </a:lvl3pPr>
            <a:lvl4pPr algn="l">
              <a:defRPr sz="2550" b="1">
                <a:solidFill>
                  <a:srgbClr val="17242E"/>
                </a:solidFill>
              </a:defRPr>
            </a:lvl4pPr>
            <a:lvl5pPr algn="l">
              <a:defRPr sz="2550" b="1">
                <a:solidFill>
                  <a:srgbClr val="17242E"/>
                </a:solidFill>
              </a:defRPr>
            </a:lvl5pPr>
            <a:lvl6pPr algn="l">
              <a:defRPr sz="2550" b="1">
                <a:solidFill>
                  <a:srgbClr val="17242E"/>
                </a:solidFill>
              </a:defRPr>
            </a:lvl6pPr>
            <a:lvl7pPr algn="l">
              <a:defRPr sz="2550" b="1">
                <a:solidFill>
                  <a:srgbClr val="17242E"/>
                </a:solidFill>
              </a:defRPr>
            </a:lvl7pPr>
            <a:lvl8pPr algn="l">
              <a:defRPr sz="2550" b="1">
                <a:solidFill>
                  <a:srgbClr val="17242E"/>
                </a:solidFill>
              </a:defRPr>
            </a:lvl8pPr>
            <a:lvl9pPr algn="l">
              <a:defRPr sz="25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2E"/>
                </a:solidFill>
              </a:defRPr>
            </a:pPr>
            <a:r>
              <a:rPr sz="2550" b="1">
                <a:solidFill>
                  <a:srgbClr val="17242E"/>
                </a:solidFill>
              </a:rPr>
              <a:t>The 1.3.1 release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B9D1E-F715-4D2E-815D-384D7055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66186-3DDA-447A-B489-6BF6717A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47C20"/>
                </a:solidFill>
              </a:defRPr>
            </a:defPPr>
            <a:lvl1pPr algn="l">
              <a:defRPr sz="1350" b="1">
                <a:solidFill>
                  <a:srgbClr val="F47C20"/>
                </a:solidFill>
              </a:defRPr>
            </a:lvl1pPr>
            <a:lvl2pPr algn="l">
              <a:defRPr sz="1350" b="1">
                <a:solidFill>
                  <a:srgbClr val="F47C20"/>
                </a:solidFill>
              </a:defRPr>
            </a:lvl2pPr>
            <a:lvl3pPr algn="l">
              <a:defRPr sz="1350" b="1">
                <a:solidFill>
                  <a:srgbClr val="F47C20"/>
                </a:solidFill>
              </a:defRPr>
            </a:lvl3pPr>
            <a:lvl4pPr algn="l">
              <a:defRPr sz="1350" b="1">
                <a:solidFill>
                  <a:srgbClr val="F47C20"/>
                </a:solidFill>
              </a:defRPr>
            </a:lvl4pPr>
            <a:lvl5pPr algn="l">
              <a:defRPr sz="1350" b="1">
                <a:solidFill>
                  <a:srgbClr val="F47C20"/>
                </a:solidFill>
              </a:defRPr>
            </a:lvl5pPr>
            <a:lvl6pPr algn="l">
              <a:defRPr sz="1350" b="1">
                <a:solidFill>
                  <a:srgbClr val="F47C20"/>
                </a:solidFill>
              </a:defRPr>
            </a:lvl6pPr>
            <a:lvl7pPr algn="l">
              <a:defRPr sz="1350" b="1">
                <a:solidFill>
                  <a:srgbClr val="F47C20"/>
                </a:solidFill>
              </a:defRPr>
            </a:lvl7pPr>
            <a:lvl8pPr algn="l">
              <a:defRPr sz="1350" b="1">
                <a:solidFill>
                  <a:srgbClr val="F47C20"/>
                </a:solidFill>
              </a:defRPr>
            </a:lvl8pPr>
            <a:lvl9pPr algn="l">
              <a:defRPr sz="13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7C20"/>
                </a:solidFill>
              </a:defRPr>
            </a:pPr>
            <a:r>
              <a:rPr sz="1350" b="1">
                <a:solidFill>
                  <a:srgbClr val="F47C2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0D16C-C731-4567-89C1-524E7BA8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33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242E"/>
                </a:solidFill>
              </a:defRPr>
            </a:defPPr>
            <a:lvl1pPr algn="l">
              <a:defRPr sz="1500" b="1">
                <a:solidFill>
                  <a:srgbClr val="17242E"/>
                </a:solidFill>
              </a:defRPr>
            </a:lvl1pPr>
            <a:lvl2pPr algn="l">
              <a:defRPr sz="1500" b="1">
                <a:solidFill>
                  <a:srgbClr val="17242E"/>
                </a:solidFill>
              </a:defRPr>
            </a:lvl2pPr>
            <a:lvl3pPr algn="l">
              <a:defRPr sz="1500" b="1">
                <a:solidFill>
                  <a:srgbClr val="17242E"/>
                </a:solidFill>
              </a:defRPr>
            </a:lvl3pPr>
            <a:lvl4pPr algn="l">
              <a:defRPr sz="1500" b="1">
                <a:solidFill>
                  <a:srgbClr val="17242E"/>
                </a:solidFill>
              </a:defRPr>
            </a:lvl4pPr>
            <a:lvl5pPr algn="l">
              <a:defRPr sz="1500" b="1">
                <a:solidFill>
                  <a:srgbClr val="17242E"/>
                </a:solidFill>
              </a:defRPr>
            </a:lvl5pPr>
            <a:lvl6pPr algn="l">
              <a:defRPr sz="1500" b="1">
                <a:solidFill>
                  <a:srgbClr val="17242E"/>
                </a:solidFill>
              </a:defRPr>
            </a:lvl6pPr>
            <a:lvl7pPr algn="l">
              <a:defRPr sz="1500" b="1">
                <a:solidFill>
                  <a:srgbClr val="17242E"/>
                </a:solidFill>
              </a:defRPr>
            </a:lvl7pPr>
            <a:lvl8pPr algn="l">
              <a:defRPr sz="1500" b="1">
                <a:solidFill>
                  <a:srgbClr val="17242E"/>
                </a:solidFill>
              </a:defRPr>
            </a:lvl8pPr>
            <a:lvl9pPr algn="l">
              <a:defRPr sz="150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42E"/>
                </a:solidFill>
              </a:defRPr>
            </a:pPr>
            <a:r>
              <a:rPr sz="1500" b="1">
                <a:solidFill>
                  <a:srgbClr val="17242E"/>
                </a:solidFill>
              </a:rPr>
              <a:t>Onboarding film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575BF-4321-4EF5-8651-0C332E56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689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12:04 animated episode, 86 voice turns, captions, poster, rebuildable sources and exact hashes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76464-FDAB-4C4C-B6B4-E42C18AC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47C20"/>
                </a:solidFill>
              </a:defRPr>
            </a:defPPr>
            <a:lvl1pPr algn="l">
              <a:defRPr sz="1350" b="1">
                <a:solidFill>
                  <a:srgbClr val="F47C20"/>
                </a:solidFill>
              </a:defRPr>
            </a:lvl1pPr>
            <a:lvl2pPr algn="l">
              <a:defRPr sz="1350" b="1">
                <a:solidFill>
                  <a:srgbClr val="F47C20"/>
                </a:solidFill>
              </a:defRPr>
            </a:lvl2pPr>
            <a:lvl3pPr algn="l">
              <a:defRPr sz="1350" b="1">
                <a:solidFill>
                  <a:srgbClr val="F47C20"/>
                </a:solidFill>
              </a:defRPr>
            </a:lvl3pPr>
            <a:lvl4pPr algn="l">
              <a:defRPr sz="1350" b="1">
                <a:solidFill>
                  <a:srgbClr val="F47C20"/>
                </a:solidFill>
              </a:defRPr>
            </a:lvl4pPr>
            <a:lvl5pPr algn="l">
              <a:defRPr sz="1350" b="1">
                <a:solidFill>
                  <a:srgbClr val="F47C20"/>
                </a:solidFill>
              </a:defRPr>
            </a:lvl5pPr>
            <a:lvl6pPr algn="l">
              <a:defRPr sz="1350" b="1">
                <a:solidFill>
                  <a:srgbClr val="F47C20"/>
                </a:solidFill>
              </a:defRPr>
            </a:lvl6pPr>
            <a:lvl7pPr algn="l">
              <a:defRPr sz="1350" b="1">
                <a:solidFill>
                  <a:srgbClr val="F47C20"/>
                </a:solidFill>
              </a:defRPr>
            </a:lvl7pPr>
            <a:lvl8pPr algn="l">
              <a:defRPr sz="1350" b="1">
                <a:solidFill>
                  <a:srgbClr val="F47C20"/>
                </a:solidFill>
              </a:defRPr>
            </a:lvl8pPr>
            <a:lvl9pPr algn="l">
              <a:defRPr sz="13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7C20"/>
                </a:solidFill>
              </a:defRPr>
            </a:pPr>
            <a:r>
              <a:rPr sz="1350" b="1">
                <a:solidFill>
                  <a:srgbClr val="F47C20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40DE0-FD04-4032-BEDA-60D44B06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242E"/>
                </a:solidFill>
              </a:defRPr>
            </a:defPPr>
            <a:lvl1pPr algn="l">
              <a:defRPr sz="1500" b="1">
                <a:solidFill>
                  <a:srgbClr val="17242E"/>
                </a:solidFill>
              </a:defRPr>
            </a:lvl1pPr>
            <a:lvl2pPr algn="l">
              <a:defRPr sz="1500" b="1">
                <a:solidFill>
                  <a:srgbClr val="17242E"/>
                </a:solidFill>
              </a:defRPr>
            </a:lvl2pPr>
            <a:lvl3pPr algn="l">
              <a:defRPr sz="1500" b="1">
                <a:solidFill>
                  <a:srgbClr val="17242E"/>
                </a:solidFill>
              </a:defRPr>
            </a:lvl3pPr>
            <a:lvl4pPr algn="l">
              <a:defRPr sz="1500" b="1">
                <a:solidFill>
                  <a:srgbClr val="17242E"/>
                </a:solidFill>
              </a:defRPr>
            </a:lvl4pPr>
            <a:lvl5pPr algn="l">
              <a:defRPr sz="1500" b="1">
                <a:solidFill>
                  <a:srgbClr val="17242E"/>
                </a:solidFill>
              </a:defRPr>
            </a:lvl5pPr>
            <a:lvl6pPr algn="l">
              <a:defRPr sz="1500" b="1">
                <a:solidFill>
                  <a:srgbClr val="17242E"/>
                </a:solidFill>
              </a:defRPr>
            </a:lvl6pPr>
            <a:lvl7pPr algn="l">
              <a:defRPr sz="1500" b="1">
                <a:solidFill>
                  <a:srgbClr val="17242E"/>
                </a:solidFill>
              </a:defRPr>
            </a:lvl7pPr>
            <a:lvl8pPr algn="l">
              <a:defRPr sz="1500" b="1">
                <a:solidFill>
                  <a:srgbClr val="17242E"/>
                </a:solidFill>
              </a:defRPr>
            </a:lvl8pPr>
            <a:lvl9pPr algn="l">
              <a:defRPr sz="150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42E"/>
                </a:solidFill>
              </a:defRPr>
            </a:pPr>
            <a:r>
              <a:rPr sz="1500" b="1">
                <a:solidFill>
                  <a:srgbClr val="17242E"/>
                </a:solidFill>
              </a:rPr>
              <a:t>Custody and re-admission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19C16-AC0B-4B98-8FAA-BA3F1F0D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689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Bounded action ownership plus separate policy-controlled paths for semantic payloads and prior signed binaries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922B3-5A0D-47C0-B3BC-05F34B04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47C20"/>
                </a:solidFill>
              </a:defRPr>
            </a:defPPr>
            <a:lvl1pPr algn="l">
              <a:defRPr sz="1350" b="1">
                <a:solidFill>
                  <a:srgbClr val="F47C20"/>
                </a:solidFill>
              </a:defRPr>
            </a:lvl1pPr>
            <a:lvl2pPr algn="l">
              <a:defRPr sz="1350" b="1">
                <a:solidFill>
                  <a:srgbClr val="F47C20"/>
                </a:solidFill>
              </a:defRPr>
            </a:lvl2pPr>
            <a:lvl3pPr algn="l">
              <a:defRPr sz="1350" b="1">
                <a:solidFill>
                  <a:srgbClr val="F47C20"/>
                </a:solidFill>
              </a:defRPr>
            </a:lvl3pPr>
            <a:lvl4pPr algn="l">
              <a:defRPr sz="1350" b="1">
                <a:solidFill>
                  <a:srgbClr val="F47C20"/>
                </a:solidFill>
              </a:defRPr>
            </a:lvl4pPr>
            <a:lvl5pPr algn="l">
              <a:defRPr sz="1350" b="1">
                <a:solidFill>
                  <a:srgbClr val="F47C20"/>
                </a:solidFill>
              </a:defRPr>
            </a:lvl5pPr>
            <a:lvl6pPr algn="l">
              <a:defRPr sz="1350" b="1">
                <a:solidFill>
                  <a:srgbClr val="F47C20"/>
                </a:solidFill>
              </a:defRPr>
            </a:lvl6pPr>
            <a:lvl7pPr algn="l">
              <a:defRPr sz="1350" b="1">
                <a:solidFill>
                  <a:srgbClr val="F47C20"/>
                </a:solidFill>
              </a:defRPr>
            </a:lvl7pPr>
            <a:lvl8pPr algn="l">
              <a:defRPr sz="1350" b="1">
                <a:solidFill>
                  <a:srgbClr val="F47C20"/>
                </a:solidFill>
              </a:defRPr>
            </a:lvl8pPr>
            <a:lvl9pPr algn="l">
              <a:defRPr sz="13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7C20"/>
                </a:solidFill>
              </a:defRPr>
            </a:pPr>
            <a:r>
              <a:rPr sz="1350" b="1">
                <a:solidFill>
                  <a:srgbClr val="F47C20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B9F8B-6DE1-4F9C-92ED-4EA89EE8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242E"/>
                </a:solidFill>
              </a:defRPr>
            </a:defPPr>
            <a:lvl1pPr algn="l">
              <a:defRPr sz="1500" b="1">
                <a:solidFill>
                  <a:srgbClr val="17242E"/>
                </a:solidFill>
              </a:defRPr>
            </a:lvl1pPr>
            <a:lvl2pPr algn="l">
              <a:defRPr sz="1500" b="1">
                <a:solidFill>
                  <a:srgbClr val="17242E"/>
                </a:solidFill>
              </a:defRPr>
            </a:lvl2pPr>
            <a:lvl3pPr algn="l">
              <a:defRPr sz="1500" b="1">
                <a:solidFill>
                  <a:srgbClr val="17242E"/>
                </a:solidFill>
              </a:defRPr>
            </a:lvl3pPr>
            <a:lvl4pPr algn="l">
              <a:defRPr sz="1500" b="1">
                <a:solidFill>
                  <a:srgbClr val="17242E"/>
                </a:solidFill>
              </a:defRPr>
            </a:lvl4pPr>
            <a:lvl5pPr algn="l">
              <a:defRPr sz="1500" b="1">
                <a:solidFill>
                  <a:srgbClr val="17242E"/>
                </a:solidFill>
              </a:defRPr>
            </a:lvl5pPr>
            <a:lvl6pPr algn="l">
              <a:defRPr sz="1500" b="1">
                <a:solidFill>
                  <a:srgbClr val="17242E"/>
                </a:solidFill>
              </a:defRPr>
            </a:lvl6pPr>
            <a:lvl7pPr algn="l">
              <a:defRPr sz="1500" b="1">
                <a:solidFill>
                  <a:srgbClr val="17242E"/>
                </a:solidFill>
              </a:defRPr>
            </a:lvl7pPr>
            <a:lvl8pPr algn="l">
              <a:defRPr sz="1500" b="1">
                <a:solidFill>
                  <a:srgbClr val="17242E"/>
                </a:solidFill>
              </a:defRPr>
            </a:lvl8pPr>
            <a:lvl9pPr algn="l">
              <a:defRPr sz="150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42E"/>
                </a:solidFill>
              </a:defRPr>
            </a:pPr>
            <a:r>
              <a:rPr sz="1500" b="1">
                <a:solidFill>
                  <a:srgbClr val="17242E"/>
                </a:solidFill>
              </a:rPr>
              <a:t>HTML repository explorer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85181-3B1D-494D-9328-18B79D55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67100"/>
            <a:ext cx="689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Interactive authority graph, provenance metadata and exact Markdown/JSON excerpts with an explicit code-navigation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9CC82-FC03-48EF-91D7-B9794395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47C20"/>
                </a:solidFill>
              </a:defRPr>
            </a:defPPr>
            <a:lvl1pPr algn="l">
              <a:defRPr sz="1350" b="1">
                <a:solidFill>
                  <a:srgbClr val="F47C20"/>
                </a:solidFill>
              </a:defRPr>
            </a:lvl1pPr>
            <a:lvl2pPr algn="l">
              <a:defRPr sz="1350" b="1">
                <a:solidFill>
                  <a:srgbClr val="F47C20"/>
                </a:solidFill>
              </a:defRPr>
            </a:lvl2pPr>
            <a:lvl3pPr algn="l">
              <a:defRPr sz="1350" b="1">
                <a:solidFill>
                  <a:srgbClr val="F47C20"/>
                </a:solidFill>
              </a:defRPr>
            </a:lvl3pPr>
            <a:lvl4pPr algn="l">
              <a:defRPr sz="1350" b="1">
                <a:solidFill>
                  <a:srgbClr val="F47C20"/>
                </a:solidFill>
              </a:defRPr>
            </a:lvl4pPr>
            <a:lvl5pPr algn="l">
              <a:defRPr sz="1350" b="1">
                <a:solidFill>
                  <a:srgbClr val="F47C20"/>
                </a:solidFill>
              </a:defRPr>
            </a:lvl5pPr>
            <a:lvl6pPr algn="l">
              <a:defRPr sz="1350" b="1">
                <a:solidFill>
                  <a:srgbClr val="F47C20"/>
                </a:solidFill>
              </a:defRPr>
            </a:lvl6pPr>
            <a:lvl7pPr algn="l">
              <a:defRPr sz="1350" b="1">
                <a:solidFill>
                  <a:srgbClr val="F47C20"/>
                </a:solidFill>
              </a:defRPr>
            </a:lvl7pPr>
            <a:lvl8pPr algn="l">
              <a:defRPr sz="1350" b="1">
                <a:solidFill>
                  <a:srgbClr val="F47C20"/>
                </a:solidFill>
              </a:defRPr>
            </a:lvl8pPr>
            <a:lvl9pPr algn="l">
              <a:defRPr sz="13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7C20"/>
                </a:solidFill>
              </a:defRPr>
            </a:pPr>
            <a:r>
              <a:rPr sz="1350" b="1">
                <a:solidFill>
                  <a:srgbClr val="F47C20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DB41F-3D04-4B8E-B6A4-0319D0C1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242E"/>
                </a:solidFill>
              </a:defRPr>
            </a:defPPr>
            <a:lvl1pPr algn="l">
              <a:defRPr sz="1500" b="1">
                <a:solidFill>
                  <a:srgbClr val="17242E"/>
                </a:solidFill>
              </a:defRPr>
            </a:lvl1pPr>
            <a:lvl2pPr algn="l">
              <a:defRPr sz="1500" b="1">
                <a:solidFill>
                  <a:srgbClr val="17242E"/>
                </a:solidFill>
              </a:defRPr>
            </a:lvl2pPr>
            <a:lvl3pPr algn="l">
              <a:defRPr sz="1500" b="1">
                <a:solidFill>
                  <a:srgbClr val="17242E"/>
                </a:solidFill>
              </a:defRPr>
            </a:lvl3pPr>
            <a:lvl4pPr algn="l">
              <a:defRPr sz="1500" b="1">
                <a:solidFill>
                  <a:srgbClr val="17242E"/>
                </a:solidFill>
              </a:defRPr>
            </a:lvl4pPr>
            <a:lvl5pPr algn="l">
              <a:defRPr sz="1500" b="1">
                <a:solidFill>
                  <a:srgbClr val="17242E"/>
                </a:solidFill>
              </a:defRPr>
            </a:lvl5pPr>
            <a:lvl6pPr algn="l">
              <a:defRPr sz="1500" b="1">
                <a:solidFill>
                  <a:srgbClr val="17242E"/>
                </a:solidFill>
              </a:defRPr>
            </a:lvl6pPr>
            <a:lvl7pPr algn="l">
              <a:defRPr sz="1500" b="1">
                <a:solidFill>
                  <a:srgbClr val="17242E"/>
                </a:solidFill>
              </a:defRPr>
            </a:lvl7pPr>
            <a:lvl8pPr algn="l">
              <a:defRPr sz="1500" b="1">
                <a:solidFill>
                  <a:srgbClr val="17242E"/>
                </a:solidFill>
              </a:defRPr>
            </a:lvl8pPr>
            <a:lvl9pPr algn="l">
              <a:defRPr sz="150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42E"/>
                </a:solidFill>
              </a:defRPr>
            </a:pPr>
            <a:r>
              <a:rPr sz="1500" b="1">
                <a:solidFill>
                  <a:srgbClr val="17242E"/>
                </a:solidFill>
              </a:rPr>
              <a:t>Release 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46C77-9C1F-4583-B512-5395A8A3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43400"/>
            <a:ext cx="689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Machine-checked goals, completion before publication and user-approved deferral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5AD29-D576-4616-97F9-FA9EF4BB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47C20"/>
                </a:solidFill>
              </a:defRPr>
            </a:defPPr>
            <a:lvl1pPr algn="l">
              <a:defRPr sz="1350" b="1">
                <a:solidFill>
                  <a:srgbClr val="F47C20"/>
                </a:solidFill>
              </a:defRPr>
            </a:lvl1pPr>
            <a:lvl2pPr algn="l">
              <a:defRPr sz="1350" b="1">
                <a:solidFill>
                  <a:srgbClr val="F47C20"/>
                </a:solidFill>
              </a:defRPr>
            </a:lvl2pPr>
            <a:lvl3pPr algn="l">
              <a:defRPr sz="1350" b="1">
                <a:solidFill>
                  <a:srgbClr val="F47C20"/>
                </a:solidFill>
              </a:defRPr>
            </a:lvl3pPr>
            <a:lvl4pPr algn="l">
              <a:defRPr sz="1350" b="1">
                <a:solidFill>
                  <a:srgbClr val="F47C20"/>
                </a:solidFill>
              </a:defRPr>
            </a:lvl4pPr>
            <a:lvl5pPr algn="l">
              <a:defRPr sz="1350" b="1">
                <a:solidFill>
                  <a:srgbClr val="F47C20"/>
                </a:solidFill>
              </a:defRPr>
            </a:lvl5pPr>
            <a:lvl6pPr algn="l">
              <a:defRPr sz="1350" b="1">
                <a:solidFill>
                  <a:srgbClr val="F47C20"/>
                </a:solidFill>
              </a:defRPr>
            </a:lvl6pPr>
            <a:lvl7pPr algn="l">
              <a:defRPr sz="1350" b="1">
                <a:solidFill>
                  <a:srgbClr val="F47C20"/>
                </a:solidFill>
              </a:defRPr>
            </a:lvl7pPr>
            <a:lvl8pPr algn="l">
              <a:defRPr sz="1350" b="1">
                <a:solidFill>
                  <a:srgbClr val="F47C20"/>
                </a:solidFill>
              </a:defRPr>
            </a:lvl8pPr>
            <a:lvl9pPr algn="l">
              <a:defRPr sz="13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7C20"/>
                </a:solidFill>
              </a:defRPr>
            </a:pPr>
            <a:r>
              <a:rPr sz="1350" b="1">
                <a:solidFill>
                  <a:srgbClr val="F47C20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02027-F095-4C3D-8413-68F86276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242E"/>
                </a:solidFill>
              </a:defRPr>
            </a:defPPr>
            <a:lvl1pPr algn="l">
              <a:defRPr sz="1500" b="1">
                <a:solidFill>
                  <a:srgbClr val="17242E"/>
                </a:solidFill>
              </a:defRPr>
            </a:lvl1pPr>
            <a:lvl2pPr algn="l">
              <a:defRPr sz="1500" b="1">
                <a:solidFill>
                  <a:srgbClr val="17242E"/>
                </a:solidFill>
              </a:defRPr>
            </a:lvl2pPr>
            <a:lvl3pPr algn="l">
              <a:defRPr sz="1500" b="1">
                <a:solidFill>
                  <a:srgbClr val="17242E"/>
                </a:solidFill>
              </a:defRPr>
            </a:lvl3pPr>
            <a:lvl4pPr algn="l">
              <a:defRPr sz="1500" b="1">
                <a:solidFill>
                  <a:srgbClr val="17242E"/>
                </a:solidFill>
              </a:defRPr>
            </a:lvl4pPr>
            <a:lvl5pPr algn="l">
              <a:defRPr sz="1500" b="1">
                <a:solidFill>
                  <a:srgbClr val="17242E"/>
                </a:solidFill>
              </a:defRPr>
            </a:lvl5pPr>
            <a:lvl6pPr algn="l">
              <a:defRPr sz="1500" b="1">
                <a:solidFill>
                  <a:srgbClr val="17242E"/>
                </a:solidFill>
              </a:defRPr>
            </a:lvl6pPr>
            <a:lvl7pPr algn="l">
              <a:defRPr sz="1500" b="1">
                <a:solidFill>
                  <a:srgbClr val="17242E"/>
                </a:solidFill>
              </a:defRPr>
            </a:lvl7pPr>
            <a:lvl8pPr algn="l">
              <a:defRPr sz="1500" b="1">
                <a:solidFill>
                  <a:srgbClr val="17242E"/>
                </a:solidFill>
              </a:defRPr>
            </a:lvl8pPr>
            <a:lvl9pPr algn="l">
              <a:defRPr sz="150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42E"/>
                </a:solidFill>
              </a:defRPr>
            </a:pPr>
            <a:r>
              <a:rPr sz="1500" b="1">
                <a:solidFill>
                  <a:srgbClr val="17242E"/>
                </a:solidFill>
              </a:rPr>
              <a:t>Windows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FE355-655A-492C-9961-77BB7B91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19700"/>
            <a:ext cx="689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Real PE dependency closure runs without xdist contention while retaining the 300-second observation bound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1C883-C8F2-473D-905A-AE6C1AB4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536675"/>
                </a:solidFill>
              </a:defRPr>
            </a:defPPr>
            <a:lvl1pPr algn="l">
              <a:defRPr sz="900" b="0">
                <a:solidFill>
                  <a:srgbClr val="536675"/>
                </a:solidFill>
              </a:defRPr>
            </a:lvl1pPr>
            <a:lvl2pPr algn="l">
              <a:defRPr sz="900" b="0">
                <a:solidFill>
                  <a:srgbClr val="536675"/>
                </a:solidFill>
              </a:defRPr>
            </a:lvl2pPr>
            <a:lvl3pPr algn="l">
              <a:defRPr sz="900" b="0">
                <a:solidFill>
                  <a:srgbClr val="536675"/>
                </a:solidFill>
              </a:defRPr>
            </a:lvl3pPr>
            <a:lvl4pPr algn="l">
              <a:defRPr sz="900" b="0">
                <a:solidFill>
                  <a:srgbClr val="536675"/>
                </a:solidFill>
              </a:defRPr>
            </a:lvl4pPr>
            <a:lvl5pPr algn="l">
              <a:defRPr sz="900" b="0">
                <a:solidFill>
                  <a:srgbClr val="536675"/>
                </a:solidFill>
              </a:defRPr>
            </a:lvl5pPr>
            <a:lvl6pPr algn="l">
              <a:defRPr sz="900" b="0">
                <a:solidFill>
                  <a:srgbClr val="536675"/>
                </a:solidFill>
              </a:defRPr>
            </a:lvl6pPr>
            <a:lvl7pPr algn="l">
              <a:defRPr sz="900" b="0">
                <a:solidFill>
                  <a:srgbClr val="536675"/>
                </a:solidFill>
              </a:defRPr>
            </a:lvl7pPr>
            <a:lvl8pPr algn="l">
              <a:defRPr sz="900" b="0">
                <a:solidFill>
                  <a:srgbClr val="536675"/>
                </a:solidFill>
              </a:defRPr>
            </a:lvl8pPr>
            <a:lvl9pPr algn="l">
              <a:defRPr sz="90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675"/>
                </a:solidFill>
              </a:defRPr>
            </a:pPr>
            <a:r>
              <a:rPr sz="900" b="0">
                <a:solidFill>
                  <a:srgbClr val="536675"/>
                </a:solidFill>
              </a:rPr>
              <a:t>Literate AI 1.3.1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000DE-B78C-4790-848E-58AC294B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536675"/>
                </a:solidFill>
              </a:defRPr>
            </a:defPPr>
            <a:lvl1pPr algn="r">
              <a:defRPr sz="900" b="1">
                <a:solidFill>
                  <a:srgbClr val="536675"/>
                </a:solidFill>
              </a:defRPr>
            </a:lvl1pPr>
            <a:lvl2pPr algn="r">
              <a:defRPr sz="900" b="1">
                <a:solidFill>
                  <a:srgbClr val="536675"/>
                </a:solidFill>
              </a:defRPr>
            </a:lvl2pPr>
            <a:lvl3pPr algn="r">
              <a:defRPr sz="900" b="1">
                <a:solidFill>
                  <a:srgbClr val="536675"/>
                </a:solidFill>
              </a:defRPr>
            </a:lvl3pPr>
            <a:lvl4pPr algn="r">
              <a:defRPr sz="900" b="1">
                <a:solidFill>
                  <a:srgbClr val="536675"/>
                </a:solidFill>
              </a:defRPr>
            </a:lvl4pPr>
            <a:lvl5pPr algn="r">
              <a:defRPr sz="900" b="1">
                <a:solidFill>
                  <a:srgbClr val="536675"/>
                </a:solidFill>
              </a:defRPr>
            </a:lvl5pPr>
            <a:lvl6pPr algn="r">
              <a:defRPr sz="900" b="1">
                <a:solidFill>
                  <a:srgbClr val="536675"/>
                </a:solidFill>
              </a:defRPr>
            </a:lvl6pPr>
            <a:lvl7pPr algn="r">
              <a:defRPr sz="900" b="1">
                <a:solidFill>
                  <a:srgbClr val="536675"/>
                </a:solidFill>
              </a:defRPr>
            </a:lvl7pPr>
            <a:lvl8pPr algn="r">
              <a:defRPr sz="900" b="1">
                <a:solidFill>
                  <a:srgbClr val="536675"/>
                </a:solidFill>
              </a:defRPr>
            </a:lvl8pPr>
            <a:lvl9pPr algn="r">
              <a:defRPr sz="900" b="1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36675"/>
                </a:solidFill>
              </a:defRPr>
            </a:pPr>
            <a:r>
              <a:rPr sz="900" b="1">
                <a:solidFill>
                  <a:srgbClr val="53667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0764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B1EFE-2FB2-4630-AEE2-68459F4D3E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b05fdd4534973"/>
          <a:stretch xmlns:a="http://schemas.openxmlformats.org/drawingml/2006/main"/>
        </p:blipFill>
        <p:spPr>
          <a:xfrm xmlns:a="http://schemas.openxmlformats.org/drawingml/2006/main">
            <a:off x="6610350" y="2043708"/>
            <a:ext cx="4857750" cy="273248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3C9C5-FF36-4D93-94BF-756DF6EA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7B267"/>
                </a:solidFill>
              </a:defRPr>
            </a:defPPr>
            <a:lvl1pPr algn="l">
              <a:defRPr sz="1050" b="1">
                <a:solidFill>
                  <a:srgbClr val="F7B267"/>
                </a:solidFill>
              </a:defRPr>
            </a:lvl1pPr>
            <a:lvl2pPr algn="l">
              <a:defRPr sz="1050" b="1">
                <a:solidFill>
                  <a:srgbClr val="F7B267"/>
                </a:solidFill>
              </a:defRPr>
            </a:lvl2pPr>
            <a:lvl3pPr algn="l">
              <a:defRPr sz="1050" b="1">
                <a:solidFill>
                  <a:srgbClr val="F7B267"/>
                </a:solidFill>
              </a:defRPr>
            </a:lvl3pPr>
            <a:lvl4pPr algn="l">
              <a:defRPr sz="1050" b="1">
                <a:solidFill>
                  <a:srgbClr val="F7B267"/>
                </a:solidFill>
              </a:defRPr>
            </a:lvl4pPr>
            <a:lvl5pPr algn="l">
              <a:defRPr sz="1050" b="1">
                <a:solidFill>
                  <a:srgbClr val="F7B267"/>
                </a:solidFill>
              </a:defRPr>
            </a:lvl5pPr>
            <a:lvl6pPr algn="l">
              <a:defRPr sz="1050" b="1">
                <a:solidFill>
                  <a:srgbClr val="F7B267"/>
                </a:solidFill>
              </a:defRPr>
            </a:lvl6pPr>
            <a:lvl7pPr algn="l">
              <a:defRPr sz="1050" b="1">
                <a:solidFill>
                  <a:srgbClr val="F7B267"/>
                </a:solidFill>
              </a:defRPr>
            </a:lvl7pPr>
            <a:lvl8pPr algn="l">
              <a:defRPr sz="1050" b="1">
                <a:solidFill>
                  <a:srgbClr val="F7B267"/>
                </a:solidFill>
              </a:defRPr>
            </a:lvl8pPr>
            <a:lvl9pPr algn="l">
              <a:defRPr sz="1050" b="1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7B267"/>
                </a:solidFill>
              </a:defRPr>
            </a:pPr>
            <a:r>
              <a:rPr sz="1050" b="1">
                <a:solidFill>
                  <a:srgbClr val="F7B267"/>
                </a:solidFill>
              </a:rPr>
              <a:t>ONBOARDING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E4D8D-4F4E-437A-A306-1F384D2F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</a:defRPr>
            </a:defPPr>
            <a:lvl1pPr algn="l">
              <a:defRPr sz="3150" b="1">
                <a:solidFill>
                  <a:srgbClr val="FFFFFF"/>
                </a:solidFill>
              </a:defRPr>
            </a:lvl1pPr>
            <a:lvl2pPr algn="l">
              <a:defRPr sz="3150" b="1">
                <a:solidFill>
                  <a:srgbClr val="FFFFFF"/>
                </a:solidFill>
              </a:defRPr>
            </a:lvl2pPr>
            <a:lvl3pPr algn="l">
              <a:defRPr sz="3150" b="1">
                <a:solidFill>
                  <a:srgbClr val="FFFFFF"/>
                </a:solidFill>
              </a:defRPr>
            </a:lvl3pPr>
            <a:lvl4pPr algn="l">
              <a:defRPr sz="3150" b="1">
                <a:solidFill>
                  <a:srgbClr val="FFFFFF"/>
                </a:solidFill>
              </a:defRPr>
            </a:lvl4pPr>
            <a:lvl5pPr algn="l">
              <a:defRPr sz="3150" b="1">
                <a:solidFill>
                  <a:srgbClr val="FFFFFF"/>
                </a:solidFill>
              </a:defRPr>
            </a:lvl5pPr>
            <a:lvl6pPr algn="l">
              <a:defRPr sz="3150" b="1">
                <a:solidFill>
                  <a:srgbClr val="FFFFFF"/>
                </a:solidFill>
              </a:defRPr>
            </a:lvl6pPr>
            <a:lvl7pPr algn="l">
              <a:defRPr sz="3150" b="1">
                <a:solidFill>
                  <a:srgbClr val="FFFFFF"/>
                </a:solidFill>
              </a:defRPr>
            </a:lvl7pPr>
            <a:lvl8pPr algn="l">
              <a:defRPr sz="3150" b="1">
                <a:solidFill>
                  <a:srgbClr val="FFFFFF"/>
                </a:solidFill>
              </a:defRPr>
            </a:lvl8pPr>
            <a:lvl9pPr algn="l"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Eight Hours to Make Coffee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8698B-3891-4948-852B-BDCED90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D7E0E8"/>
                </a:solidFill>
              </a:defRPr>
            </a:defPPr>
            <a:lvl1pPr algn="l">
              <a:defRPr sz="1800" b="0">
                <a:solidFill>
                  <a:srgbClr val="D7E0E8"/>
                </a:solidFill>
              </a:defRPr>
            </a:lvl1pPr>
            <a:lvl2pPr algn="l">
              <a:defRPr sz="1800" b="0">
                <a:solidFill>
                  <a:srgbClr val="D7E0E8"/>
                </a:solidFill>
              </a:defRPr>
            </a:lvl2pPr>
            <a:lvl3pPr algn="l">
              <a:defRPr sz="1800" b="0">
                <a:solidFill>
                  <a:srgbClr val="D7E0E8"/>
                </a:solidFill>
              </a:defRPr>
            </a:lvl3pPr>
            <a:lvl4pPr algn="l">
              <a:defRPr sz="1800" b="0">
                <a:solidFill>
                  <a:srgbClr val="D7E0E8"/>
                </a:solidFill>
              </a:defRPr>
            </a:lvl4pPr>
            <a:lvl5pPr algn="l">
              <a:defRPr sz="1800" b="0">
                <a:solidFill>
                  <a:srgbClr val="D7E0E8"/>
                </a:solidFill>
              </a:defRPr>
            </a:lvl5pPr>
            <a:lvl6pPr algn="l">
              <a:defRPr sz="1800" b="0">
                <a:solidFill>
                  <a:srgbClr val="D7E0E8"/>
                </a:solidFill>
              </a:defRPr>
            </a:lvl6pPr>
            <a:lvl7pPr algn="l">
              <a:defRPr sz="1800" b="0">
                <a:solidFill>
                  <a:srgbClr val="D7E0E8"/>
                </a:solidFill>
              </a:defRPr>
            </a:lvl7pPr>
            <a:lvl8pPr algn="l">
              <a:defRPr sz="1800" b="0">
                <a:solidFill>
                  <a:srgbClr val="D7E0E8"/>
                </a:solidFill>
              </a:defRPr>
            </a:lvl8pPr>
            <a:lvl9pPr algn="l">
              <a:defRPr sz="180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7E0E8"/>
                </a:solidFill>
              </a:defRPr>
            </a:pPr>
            <a:r>
              <a:rPr sz="1800" b="0">
                <a:solidFill>
                  <a:srgbClr val="D7E0E8"/>
                </a:solidFill>
              </a:rPr>
              <a:t>The story keeps CI rigor while moving useful feedback earlier through reviewed plans, selected targets, aligned workers and independent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436C9-67F7-4D07-BD5A-AEF48B61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476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F7B267"/>
                </a:solidFill>
              </a:defRPr>
            </a:defPPr>
            <a:lvl1pPr algn="l">
              <a:defRPr sz="1425" b="1">
                <a:solidFill>
                  <a:srgbClr val="F7B267"/>
                </a:solidFill>
              </a:defRPr>
            </a:lvl1pPr>
            <a:lvl2pPr algn="l">
              <a:defRPr sz="1425" b="1">
                <a:solidFill>
                  <a:srgbClr val="F7B267"/>
                </a:solidFill>
              </a:defRPr>
            </a:lvl2pPr>
            <a:lvl3pPr algn="l">
              <a:defRPr sz="1425" b="1">
                <a:solidFill>
                  <a:srgbClr val="F7B267"/>
                </a:solidFill>
              </a:defRPr>
            </a:lvl3pPr>
            <a:lvl4pPr algn="l">
              <a:defRPr sz="1425" b="1">
                <a:solidFill>
                  <a:srgbClr val="F7B267"/>
                </a:solidFill>
              </a:defRPr>
            </a:lvl4pPr>
            <a:lvl5pPr algn="l">
              <a:defRPr sz="1425" b="1">
                <a:solidFill>
                  <a:srgbClr val="F7B267"/>
                </a:solidFill>
              </a:defRPr>
            </a:lvl5pPr>
            <a:lvl6pPr algn="l">
              <a:defRPr sz="1425" b="1">
                <a:solidFill>
                  <a:srgbClr val="F7B267"/>
                </a:solidFill>
              </a:defRPr>
            </a:lvl6pPr>
            <a:lvl7pPr algn="l">
              <a:defRPr sz="1425" b="1">
                <a:solidFill>
                  <a:srgbClr val="F7B267"/>
                </a:solidFill>
              </a:defRPr>
            </a:lvl7pPr>
            <a:lvl8pPr algn="l">
              <a:defRPr sz="1425" b="1">
                <a:solidFill>
                  <a:srgbClr val="F7B267"/>
                </a:solidFill>
              </a:defRPr>
            </a:lvl8pPr>
            <a:lvl9pPr algn="l">
              <a:defRPr sz="1425" b="1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7B267"/>
                </a:solidFill>
              </a:defRPr>
            </a:pPr>
            <a:r>
              <a:rPr sz="1425" b="1">
                <a:solidFill>
                  <a:srgbClr val="F7B267"/>
                </a:solidFill>
              </a:rPr>
              <a:t>12:04 runtime</a:t>
            </a:r>
          </a:p>
          <a:p xmlns:a="http://schemas.openxmlformats.org/drawingml/2006/main">
            <a:pPr algn="l">
              <a:defRPr sz="1425" b="1">
                <a:solidFill>
                  <a:srgbClr val="F7B267"/>
                </a:solidFill>
              </a:defRPr>
            </a:pPr>
            <a:r>
              <a:rPr sz="1425" b="1">
                <a:solidFill>
                  <a:srgbClr val="F7B267"/>
                </a:solidFill>
              </a:rPr>
              <a:t>86 NVIDIA Magpie voice turns</a:t>
            </a:r>
          </a:p>
          <a:p xmlns:a="http://schemas.openxmlformats.org/drawingml/2006/main">
            <a:pPr algn="l">
              <a:defRPr sz="1425" b="1">
                <a:solidFill>
                  <a:srgbClr val="F7B267"/>
                </a:solidFill>
              </a:defRPr>
            </a:pPr>
            <a:r>
              <a:rPr sz="1425" b="1">
                <a:solidFill>
                  <a:srgbClr val="F7B267"/>
                </a:solidFill>
              </a:rPr>
              <a:t>SRT and WebVTT captions</a:t>
            </a:r>
          </a:p>
          <a:p xmlns:a="http://schemas.openxmlformats.org/drawingml/2006/main">
            <a:pPr algn="l">
              <a:defRPr sz="1425" b="1">
                <a:solidFill>
                  <a:srgbClr val="F7B267"/>
                </a:solidFill>
              </a:defRPr>
            </a:pPr>
            <a:r>
              <a:rPr sz="1425" b="1">
                <a:solidFill>
                  <a:srgbClr val="F7B267"/>
                </a:solidFill>
              </a:rPr>
              <a:t>Exact approval and media hashes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6562-3206-460C-80B8-5D80431A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91A5B3"/>
                </a:solidFill>
              </a:defRPr>
            </a:defPPr>
            <a:lvl1pPr algn="r">
              <a:defRPr sz="900" b="1">
                <a:solidFill>
                  <a:srgbClr val="91A5B3"/>
                </a:solidFill>
              </a:defRPr>
            </a:lvl1pPr>
            <a:lvl2pPr algn="r">
              <a:defRPr sz="900" b="1">
                <a:solidFill>
                  <a:srgbClr val="91A5B3"/>
                </a:solidFill>
              </a:defRPr>
            </a:lvl2pPr>
            <a:lvl3pPr algn="r">
              <a:defRPr sz="900" b="1">
                <a:solidFill>
                  <a:srgbClr val="91A5B3"/>
                </a:solidFill>
              </a:defRPr>
            </a:lvl3pPr>
            <a:lvl4pPr algn="r">
              <a:defRPr sz="900" b="1">
                <a:solidFill>
                  <a:srgbClr val="91A5B3"/>
                </a:solidFill>
              </a:defRPr>
            </a:lvl4pPr>
            <a:lvl5pPr algn="r">
              <a:defRPr sz="900" b="1">
                <a:solidFill>
                  <a:srgbClr val="91A5B3"/>
                </a:solidFill>
              </a:defRPr>
            </a:lvl5pPr>
            <a:lvl6pPr algn="r">
              <a:defRPr sz="900" b="1">
                <a:solidFill>
                  <a:srgbClr val="91A5B3"/>
                </a:solidFill>
              </a:defRPr>
            </a:lvl6pPr>
            <a:lvl7pPr algn="r">
              <a:defRPr sz="900" b="1">
                <a:solidFill>
                  <a:srgbClr val="91A5B3"/>
                </a:solidFill>
              </a:defRPr>
            </a:lvl7pPr>
            <a:lvl8pPr algn="r">
              <a:defRPr sz="900" b="1">
                <a:solidFill>
                  <a:srgbClr val="91A5B3"/>
                </a:solidFill>
              </a:defRPr>
            </a:lvl8pPr>
            <a:lvl9pPr algn="r">
              <a:defRPr sz="900" b="1">
                <a:solidFill>
                  <a:srgbClr val="91A5B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91A5B3"/>
                </a:solidFill>
              </a:defRPr>
            </a:pPr>
            <a:r>
              <a:rPr sz="900" b="1">
                <a:solidFill>
                  <a:srgbClr val="91A5B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74322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C34250-1CC5-498E-B794-F2CB8BEC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47C20"/>
                </a:solidFill>
              </a:defRPr>
            </a:defPPr>
            <a:lvl1pPr algn="l">
              <a:defRPr sz="1050" b="1">
                <a:solidFill>
                  <a:srgbClr val="F47C20"/>
                </a:solidFill>
              </a:defRPr>
            </a:lvl1pPr>
            <a:lvl2pPr algn="l">
              <a:defRPr sz="1050" b="1">
                <a:solidFill>
                  <a:srgbClr val="F47C20"/>
                </a:solidFill>
              </a:defRPr>
            </a:lvl2pPr>
            <a:lvl3pPr algn="l">
              <a:defRPr sz="1050" b="1">
                <a:solidFill>
                  <a:srgbClr val="F47C20"/>
                </a:solidFill>
              </a:defRPr>
            </a:lvl3pPr>
            <a:lvl4pPr algn="l">
              <a:defRPr sz="1050" b="1">
                <a:solidFill>
                  <a:srgbClr val="F47C20"/>
                </a:solidFill>
              </a:defRPr>
            </a:lvl4pPr>
            <a:lvl5pPr algn="l">
              <a:defRPr sz="1050" b="1">
                <a:solidFill>
                  <a:srgbClr val="F47C20"/>
                </a:solidFill>
              </a:defRPr>
            </a:lvl5pPr>
            <a:lvl6pPr algn="l">
              <a:defRPr sz="1050" b="1">
                <a:solidFill>
                  <a:srgbClr val="F47C20"/>
                </a:solidFill>
              </a:defRPr>
            </a:lvl6pPr>
            <a:lvl7pPr algn="l">
              <a:defRPr sz="1050" b="1">
                <a:solidFill>
                  <a:srgbClr val="F47C20"/>
                </a:solidFill>
              </a:defRPr>
            </a:lvl7pPr>
            <a:lvl8pPr algn="l">
              <a:defRPr sz="1050" b="1">
                <a:solidFill>
                  <a:srgbClr val="F47C20"/>
                </a:solidFill>
              </a:defRPr>
            </a:lvl8pPr>
            <a:lvl9pPr algn="l">
              <a:defRPr sz="10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7C20"/>
                </a:solidFill>
              </a:defRPr>
            </a:pPr>
            <a:r>
              <a:rPr sz="1050" b="1">
                <a:solidFill>
                  <a:srgbClr val="F47C20"/>
                </a:solidFill>
              </a:rPr>
              <a:t>RELEASE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CB941-42EC-4E99-9DEE-F9BD77EB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242E"/>
                </a:solidFill>
              </a:defRPr>
            </a:defPPr>
            <a:lvl1pPr algn="l">
              <a:defRPr sz="2550" b="1">
                <a:solidFill>
                  <a:srgbClr val="17242E"/>
                </a:solidFill>
              </a:defRPr>
            </a:lvl1pPr>
            <a:lvl2pPr algn="l">
              <a:defRPr sz="2550" b="1">
                <a:solidFill>
                  <a:srgbClr val="17242E"/>
                </a:solidFill>
              </a:defRPr>
            </a:lvl2pPr>
            <a:lvl3pPr algn="l">
              <a:defRPr sz="2550" b="1">
                <a:solidFill>
                  <a:srgbClr val="17242E"/>
                </a:solidFill>
              </a:defRPr>
            </a:lvl3pPr>
            <a:lvl4pPr algn="l">
              <a:defRPr sz="2550" b="1">
                <a:solidFill>
                  <a:srgbClr val="17242E"/>
                </a:solidFill>
              </a:defRPr>
            </a:lvl4pPr>
            <a:lvl5pPr algn="l">
              <a:defRPr sz="2550" b="1">
                <a:solidFill>
                  <a:srgbClr val="17242E"/>
                </a:solidFill>
              </a:defRPr>
            </a:lvl5pPr>
            <a:lvl6pPr algn="l">
              <a:defRPr sz="2550" b="1">
                <a:solidFill>
                  <a:srgbClr val="17242E"/>
                </a:solidFill>
              </a:defRPr>
            </a:lvl6pPr>
            <a:lvl7pPr algn="l">
              <a:defRPr sz="2550" b="1">
                <a:solidFill>
                  <a:srgbClr val="17242E"/>
                </a:solidFill>
              </a:defRPr>
            </a:lvl7pPr>
            <a:lvl8pPr algn="l">
              <a:defRPr sz="2550" b="1">
                <a:solidFill>
                  <a:srgbClr val="17242E"/>
                </a:solidFill>
              </a:defRPr>
            </a:lvl8pPr>
            <a:lvl9pPr algn="l">
              <a:defRPr sz="25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2E"/>
                </a:solidFill>
              </a:defRPr>
            </a:pPr>
            <a:r>
              <a:rPr sz="2550" b="1">
                <a:solidFill>
                  <a:srgbClr val="17242E"/>
                </a:solidFill>
              </a:rPr>
              <a:t>The publication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79D43-361D-4A62-9EC7-FDBF6D7E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8579C-58D2-4E18-B3C1-7B3508A3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96992-FEF8-47FD-B641-4AE9F79F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11FE9-E395-40A9-9912-11E598C7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17242E"/>
                </a:solidFill>
              </a:defRPr>
            </a:defPPr>
            <a:lvl1pPr algn="ctr">
              <a:defRPr sz="1275" b="1">
                <a:solidFill>
                  <a:srgbClr val="17242E"/>
                </a:solidFill>
              </a:defRPr>
            </a:lvl1pPr>
            <a:lvl2pPr algn="ctr">
              <a:defRPr sz="1275" b="1">
                <a:solidFill>
                  <a:srgbClr val="17242E"/>
                </a:solidFill>
              </a:defRPr>
            </a:lvl2pPr>
            <a:lvl3pPr algn="ctr">
              <a:defRPr sz="1275" b="1">
                <a:solidFill>
                  <a:srgbClr val="17242E"/>
                </a:solidFill>
              </a:defRPr>
            </a:lvl3pPr>
            <a:lvl4pPr algn="ctr">
              <a:defRPr sz="1275" b="1">
                <a:solidFill>
                  <a:srgbClr val="17242E"/>
                </a:solidFill>
              </a:defRPr>
            </a:lvl4pPr>
            <a:lvl5pPr algn="ctr">
              <a:defRPr sz="1275" b="1">
                <a:solidFill>
                  <a:srgbClr val="17242E"/>
                </a:solidFill>
              </a:defRPr>
            </a:lvl5pPr>
            <a:lvl6pPr algn="ctr">
              <a:defRPr sz="1275" b="1">
                <a:solidFill>
                  <a:srgbClr val="17242E"/>
                </a:solidFill>
              </a:defRPr>
            </a:lvl6pPr>
            <a:lvl7pPr algn="ctr">
              <a:defRPr sz="1275" b="1">
                <a:solidFill>
                  <a:srgbClr val="17242E"/>
                </a:solidFill>
              </a:defRPr>
            </a:lvl7pPr>
            <a:lvl8pPr algn="ctr">
              <a:defRPr sz="1275" b="1">
                <a:solidFill>
                  <a:srgbClr val="17242E"/>
                </a:solidFill>
              </a:defRPr>
            </a:lvl8pPr>
            <a:lvl9pPr algn="ctr">
              <a:defRPr sz="127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2E"/>
                </a:solidFill>
              </a:defRPr>
            </a:pPr>
            <a:r>
              <a:rPr sz="1275" b="1">
                <a:solidFill>
                  <a:srgbClr val="17242E"/>
                </a:solidFill>
              </a:rPr>
              <a:t>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A2553-61CB-4191-B66B-7EDEAF4F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36675"/>
                </a:solidFill>
              </a:defRPr>
            </a:defPPr>
            <a:lvl1pPr algn="ctr">
              <a:defRPr sz="1050" b="0">
                <a:solidFill>
                  <a:srgbClr val="536675"/>
                </a:solidFill>
              </a:defRPr>
            </a:lvl1pPr>
            <a:lvl2pPr algn="ctr">
              <a:defRPr sz="1050" b="0">
                <a:solidFill>
                  <a:srgbClr val="536675"/>
                </a:solidFill>
              </a:defRPr>
            </a:lvl2pPr>
            <a:lvl3pPr algn="ctr">
              <a:defRPr sz="1050" b="0">
                <a:solidFill>
                  <a:srgbClr val="536675"/>
                </a:solidFill>
              </a:defRPr>
            </a:lvl3pPr>
            <a:lvl4pPr algn="ctr">
              <a:defRPr sz="1050" b="0">
                <a:solidFill>
                  <a:srgbClr val="536675"/>
                </a:solidFill>
              </a:defRPr>
            </a:lvl4pPr>
            <a:lvl5pPr algn="ctr">
              <a:defRPr sz="1050" b="0">
                <a:solidFill>
                  <a:srgbClr val="536675"/>
                </a:solidFill>
              </a:defRPr>
            </a:lvl5pPr>
            <a:lvl6pPr algn="ctr">
              <a:defRPr sz="1050" b="0">
                <a:solidFill>
                  <a:srgbClr val="536675"/>
                </a:solidFill>
              </a:defRPr>
            </a:lvl6pPr>
            <a:lvl7pPr algn="ctr">
              <a:defRPr sz="1050" b="0">
                <a:solidFill>
                  <a:srgbClr val="536675"/>
                </a:solidFill>
              </a:defRPr>
            </a:lvl7pPr>
            <a:lvl8pPr algn="ctr">
              <a:defRPr sz="1050" b="0">
                <a:solidFill>
                  <a:srgbClr val="536675"/>
                </a:solidFill>
              </a:defRPr>
            </a:lvl8pPr>
            <a:lvl9pPr algn="ctr">
              <a:defRPr sz="105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675"/>
                </a:solidFill>
              </a:defRPr>
            </a:pPr>
            <a:r>
              <a:rPr sz="1050" b="0">
                <a:solidFill>
                  <a:srgbClr val="536675"/>
                </a:solidFill>
              </a:rPr>
              <a:t>Every goal named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2241C-50F5-4368-9AB8-23F70DAD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86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5C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0A266-30E5-4795-8609-AB27000F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81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1E642-272F-4B3C-9B15-B229DF38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193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4C5D8-91CA-4123-AF3C-6408C80A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17242E"/>
                </a:solidFill>
              </a:defRPr>
            </a:defPPr>
            <a:lvl1pPr algn="ctr">
              <a:defRPr sz="1275" b="1">
                <a:solidFill>
                  <a:srgbClr val="17242E"/>
                </a:solidFill>
              </a:defRPr>
            </a:lvl1pPr>
            <a:lvl2pPr algn="ctr">
              <a:defRPr sz="1275" b="1">
                <a:solidFill>
                  <a:srgbClr val="17242E"/>
                </a:solidFill>
              </a:defRPr>
            </a:lvl2pPr>
            <a:lvl3pPr algn="ctr">
              <a:defRPr sz="1275" b="1">
                <a:solidFill>
                  <a:srgbClr val="17242E"/>
                </a:solidFill>
              </a:defRPr>
            </a:lvl3pPr>
            <a:lvl4pPr algn="ctr">
              <a:defRPr sz="1275" b="1">
                <a:solidFill>
                  <a:srgbClr val="17242E"/>
                </a:solidFill>
              </a:defRPr>
            </a:lvl4pPr>
            <a:lvl5pPr algn="ctr">
              <a:defRPr sz="1275" b="1">
                <a:solidFill>
                  <a:srgbClr val="17242E"/>
                </a:solidFill>
              </a:defRPr>
            </a:lvl5pPr>
            <a:lvl6pPr algn="ctr">
              <a:defRPr sz="1275" b="1">
                <a:solidFill>
                  <a:srgbClr val="17242E"/>
                </a:solidFill>
              </a:defRPr>
            </a:lvl6pPr>
            <a:lvl7pPr algn="ctr">
              <a:defRPr sz="1275" b="1">
                <a:solidFill>
                  <a:srgbClr val="17242E"/>
                </a:solidFill>
              </a:defRPr>
            </a:lvl7pPr>
            <a:lvl8pPr algn="ctr">
              <a:defRPr sz="1275" b="1">
                <a:solidFill>
                  <a:srgbClr val="17242E"/>
                </a:solidFill>
              </a:defRPr>
            </a:lvl8pPr>
            <a:lvl9pPr algn="ctr">
              <a:defRPr sz="127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2E"/>
                </a:solidFill>
              </a:defRPr>
            </a:pPr>
            <a:r>
              <a:rPr sz="1275" b="1">
                <a:solidFill>
                  <a:srgbClr val="17242E"/>
                </a:solidFill>
              </a:rPr>
              <a:t>Completion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E335A-80C2-4219-BCEE-10D47B3A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36675"/>
                </a:solidFill>
              </a:defRPr>
            </a:defPPr>
            <a:lvl1pPr algn="ctr">
              <a:defRPr sz="1050" b="0">
                <a:solidFill>
                  <a:srgbClr val="536675"/>
                </a:solidFill>
              </a:defRPr>
            </a:lvl1pPr>
            <a:lvl2pPr algn="ctr">
              <a:defRPr sz="1050" b="0">
                <a:solidFill>
                  <a:srgbClr val="536675"/>
                </a:solidFill>
              </a:defRPr>
            </a:lvl2pPr>
            <a:lvl3pPr algn="ctr">
              <a:defRPr sz="1050" b="0">
                <a:solidFill>
                  <a:srgbClr val="536675"/>
                </a:solidFill>
              </a:defRPr>
            </a:lvl3pPr>
            <a:lvl4pPr algn="ctr">
              <a:defRPr sz="1050" b="0">
                <a:solidFill>
                  <a:srgbClr val="536675"/>
                </a:solidFill>
              </a:defRPr>
            </a:lvl4pPr>
            <a:lvl5pPr algn="ctr">
              <a:defRPr sz="1050" b="0">
                <a:solidFill>
                  <a:srgbClr val="536675"/>
                </a:solidFill>
              </a:defRPr>
            </a:lvl5pPr>
            <a:lvl6pPr algn="ctr">
              <a:defRPr sz="1050" b="0">
                <a:solidFill>
                  <a:srgbClr val="536675"/>
                </a:solidFill>
              </a:defRPr>
            </a:lvl6pPr>
            <a:lvl7pPr algn="ctr">
              <a:defRPr sz="1050" b="0">
                <a:solidFill>
                  <a:srgbClr val="536675"/>
                </a:solidFill>
              </a:defRPr>
            </a:lvl7pPr>
            <a:lvl8pPr algn="ctr">
              <a:defRPr sz="1050" b="0">
                <a:solidFill>
                  <a:srgbClr val="536675"/>
                </a:solidFill>
              </a:defRPr>
            </a:lvl8pPr>
            <a:lvl9pPr algn="ctr">
              <a:defRPr sz="105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675"/>
                </a:solidFill>
              </a:defRPr>
            </a:pPr>
            <a:r>
              <a:rPr sz="1050" b="0">
                <a:solidFill>
                  <a:srgbClr val="536675"/>
                </a:solidFill>
              </a:rPr>
              <a:t>No open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4CA73-C229-4F9F-A607-C8A92BE9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86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5C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B8B08-9934-4ACA-827B-08F4AE08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81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18B89-ECB0-4590-98FB-A362948F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193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6CE21-6F49-4E03-9035-E2D08006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33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17242E"/>
                </a:solidFill>
              </a:defRPr>
            </a:defPPr>
            <a:lvl1pPr algn="ctr">
              <a:defRPr sz="1275" b="1">
                <a:solidFill>
                  <a:srgbClr val="17242E"/>
                </a:solidFill>
              </a:defRPr>
            </a:lvl1pPr>
            <a:lvl2pPr algn="ctr">
              <a:defRPr sz="1275" b="1">
                <a:solidFill>
                  <a:srgbClr val="17242E"/>
                </a:solidFill>
              </a:defRPr>
            </a:lvl2pPr>
            <a:lvl3pPr algn="ctr">
              <a:defRPr sz="1275" b="1">
                <a:solidFill>
                  <a:srgbClr val="17242E"/>
                </a:solidFill>
              </a:defRPr>
            </a:lvl3pPr>
            <a:lvl4pPr algn="ctr">
              <a:defRPr sz="1275" b="1">
                <a:solidFill>
                  <a:srgbClr val="17242E"/>
                </a:solidFill>
              </a:defRPr>
            </a:lvl4pPr>
            <a:lvl5pPr algn="ctr">
              <a:defRPr sz="1275" b="1">
                <a:solidFill>
                  <a:srgbClr val="17242E"/>
                </a:solidFill>
              </a:defRPr>
            </a:lvl5pPr>
            <a:lvl6pPr algn="ctr">
              <a:defRPr sz="1275" b="1">
                <a:solidFill>
                  <a:srgbClr val="17242E"/>
                </a:solidFill>
              </a:defRPr>
            </a:lvl6pPr>
            <a:lvl7pPr algn="ctr">
              <a:defRPr sz="1275" b="1">
                <a:solidFill>
                  <a:srgbClr val="17242E"/>
                </a:solidFill>
              </a:defRPr>
            </a:lvl7pPr>
            <a:lvl8pPr algn="ctr">
              <a:defRPr sz="1275" b="1">
                <a:solidFill>
                  <a:srgbClr val="17242E"/>
                </a:solidFill>
              </a:defRPr>
            </a:lvl8pPr>
            <a:lvl9pPr algn="ctr">
              <a:defRPr sz="127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2E"/>
                </a:solidFill>
              </a:defRPr>
            </a:pPr>
            <a:r>
              <a:rPr sz="1275" b="1">
                <a:solidFill>
                  <a:srgbClr val="17242E"/>
                </a:solidFill>
              </a:rPr>
              <a:t>Exact head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7827A-88E2-46E9-ADD7-0C8428DE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148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36675"/>
                </a:solidFill>
              </a:defRPr>
            </a:defPPr>
            <a:lvl1pPr algn="ctr">
              <a:defRPr sz="1050" b="0">
                <a:solidFill>
                  <a:srgbClr val="536675"/>
                </a:solidFill>
              </a:defRPr>
            </a:lvl1pPr>
            <a:lvl2pPr algn="ctr">
              <a:defRPr sz="1050" b="0">
                <a:solidFill>
                  <a:srgbClr val="536675"/>
                </a:solidFill>
              </a:defRPr>
            </a:lvl2pPr>
            <a:lvl3pPr algn="ctr">
              <a:defRPr sz="1050" b="0">
                <a:solidFill>
                  <a:srgbClr val="536675"/>
                </a:solidFill>
              </a:defRPr>
            </a:lvl3pPr>
            <a:lvl4pPr algn="ctr">
              <a:defRPr sz="1050" b="0">
                <a:solidFill>
                  <a:srgbClr val="536675"/>
                </a:solidFill>
              </a:defRPr>
            </a:lvl4pPr>
            <a:lvl5pPr algn="ctr">
              <a:defRPr sz="1050" b="0">
                <a:solidFill>
                  <a:srgbClr val="536675"/>
                </a:solidFill>
              </a:defRPr>
            </a:lvl5pPr>
            <a:lvl6pPr algn="ctr">
              <a:defRPr sz="1050" b="0">
                <a:solidFill>
                  <a:srgbClr val="536675"/>
                </a:solidFill>
              </a:defRPr>
            </a:lvl6pPr>
            <a:lvl7pPr algn="ctr">
              <a:defRPr sz="1050" b="0">
                <a:solidFill>
                  <a:srgbClr val="536675"/>
                </a:solidFill>
              </a:defRPr>
            </a:lvl7pPr>
            <a:lvl8pPr algn="ctr">
              <a:defRPr sz="1050" b="0">
                <a:solidFill>
                  <a:srgbClr val="536675"/>
                </a:solidFill>
              </a:defRPr>
            </a:lvl8pPr>
            <a:lvl9pPr algn="ctr">
              <a:defRPr sz="105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675"/>
                </a:solidFill>
              </a:defRPr>
            </a:pPr>
            <a:r>
              <a:rPr sz="1050" b="0">
                <a:solidFill>
                  <a:srgbClr val="536675"/>
                </a:solidFill>
              </a:rPr>
              <a:t>PR and full 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BFAC9-3DF3-4A4F-A77B-1F07D95D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86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5C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148D6-AEF3-407D-8671-A4D3237C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3C0E2-F81B-48CE-A47C-99B1E5AA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8F4E5-DEC9-4874-BFF0-1AB91F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33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17242E"/>
                </a:solidFill>
              </a:defRPr>
            </a:defPPr>
            <a:lvl1pPr algn="ctr">
              <a:defRPr sz="1275" b="1">
                <a:solidFill>
                  <a:srgbClr val="17242E"/>
                </a:solidFill>
              </a:defRPr>
            </a:lvl1pPr>
            <a:lvl2pPr algn="ctr">
              <a:defRPr sz="1275" b="1">
                <a:solidFill>
                  <a:srgbClr val="17242E"/>
                </a:solidFill>
              </a:defRPr>
            </a:lvl2pPr>
            <a:lvl3pPr algn="ctr">
              <a:defRPr sz="1275" b="1">
                <a:solidFill>
                  <a:srgbClr val="17242E"/>
                </a:solidFill>
              </a:defRPr>
            </a:lvl3pPr>
            <a:lvl4pPr algn="ctr">
              <a:defRPr sz="1275" b="1">
                <a:solidFill>
                  <a:srgbClr val="17242E"/>
                </a:solidFill>
              </a:defRPr>
            </a:lvl4pPr>
            <a:lvl5pPr algn="ctr">
              <a:defRPr sz="1275" b="1">
                <a:solidFill>
                  <a:srgbClr val="17242E"/>
                </a:solidFill>
              </a:defRPr>
            </a:lvl5pPr>
            <a:lvl6pPr algn="ctr">
              <a:defRPr sz="1275" b="1">
                <a:solidFill>
                  <a:srgbClr val="17242E"/>
                </a:solidFill>
              </a:defRPr>
            </a:lvl6pPr>
            <a:lvl7pPr algn="ctr">
              <a:defRPr sz="1275" b="1">
                <a:solidFill>
                  <a:srgbClr val="17242E"/>
                </a:solidFill>
              </a:defRPr>
            </a:lvl7pPr>
            <a:lvl8pPr algn="ctr">
              <a:defRPr sz="1275" b="1">
                <a:solidFill>
                  <a:srgbClr val="17242E"/>
                </a:solidFill>
              </a:defRPr>
            </a:lvl8pPr>
            <a:lvl9pPr algn="ctr">
              <a:defRPr sz="127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2E"/>
                </a:solidFill>
              </a:defRPr>
            </a:pPr>
            <a:r>
              <a:rPr sz="1275" b="1">
                <a:solidFill>
                  <a:srgbClr val="17242E"/>
                </a:solidFill>
              </a:rPr>
              <a:t>Exact 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F9466-8E29-472B-B66D-A6DBD5EF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148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36675"/>
                </a:solidFill>
              </a:defRPr>
            </a:defPPr>
            <a:lvl1pPr algn="ctr">
              <a:defRPr sz="1050" b="0">
                <a:solidFill>
                  <a:srgbClr val="536675"/>
                </a:solidFill>
              </a:defRPr>
            </a:lvl1pPr>
            <a:lvl2pPr algn="ctr">
              <a:defRPr sz="1050" b="0">
                <a:solidFill>
                  <a:srgbClr val="536675"/>
                </a:solidFill>
              </a:defRPr>
            </a:lvl2pPr>
            <a:lvl3pPr algn="ctr">
              <a:defRPr sz="1050" b="0">
                <a:solidFill>
                  <a:srgbClr val="536675"/>
                </a:solidFill>
              </a:defRPr>
            </a:lvl3pPr>
            <a:lvl4pPr algn="ctr">
              <a:defRPr sz="1050" b="0">
                <a:solidFill>
                  <a:srgbClr val="536675"/>
                </a:solidFill>
              </a:defRPr>
            </a:lvl4pPr>
            <a:lvl5pPr algn="ctr">
              <a:defRPr sz="1050" b="0">
                <a:solidFill>
                  <a:srgbClr val="536675"/>
                </a:solidFill>
              </a:defRPr>
            </a:lvl5pPr>
            <a:lvl6pPr algn="ctr">
              <a:defRPr sz="1050" b="0">
                <a:solidFill>
                  <a:srgbClr val="536675"/>
                </a:solidFill>
              </a:defRPr>
            </a:lvl6pPr>
            <a:lvl7pPr algn="ctr">
              <a:defRPr sz="1050" b="0">
                <a:solidFill>
                  <a:srgbClr val="536675"/>
                </a:solidFill>
              </a:defRPr>
            </a:lvl7pPr>
            <a:lvl8pPr algn="ctr">
              <a:defRPr sz="1050" b="0">
                <a:solidFill>
                  <a:srgbClr val="536675"/>
                </a:solidFill>
              </a:defRPr>
            </a:lvl8pPr>
            <a:lvl9pPr algn="ctr">
              <a:defRPr sz="105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675"/>
                </a:solidFill>
              </a:defRPr>
            </a:pPr>
            <a:r>
              <a:rPr sz="1050" b="0">
                <a:solidFill>
                  <a:srgbClr val="536675"/>
                </a:solidFill>
              </a:rPr>
              <a:t>Post-merge CI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D7E12-052D-4D2C-9849-362E505E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86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5C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19489-1C39-4D42-9EEA-7CD9F73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EA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56A84-62FC-4611-A749-ABB7362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193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5963A3-7A67-4D91-97C3-0ABD0EC8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17242E"/>
                </a:solidFill>
              </a:defRPr>
            </a:defPPr>
            <a:lvl1pPr algn="ctr">
              <a:defRPr sz="1275" b="1">
                <a:solidFill>
                  <a:srgbClr val="17242E"/>
                </a:solidFill>
              </a:defRPr>
            </a:lvl1pPr>
            <a:lvl2pPr algn="ctr">
              <a:defRPr sz="1275" b="1">
                <a:solidFill>
                  <a:srgbClr val="17242E"/>
                </a:solidFill>
              </a:defRPr>
            </a:lvl2pPr>
            <a:lvl3pPr algn="ctr">
              <a:defRPr sz="1275" b="1">
                <a:solidFill>
                  <a:srgbClr val="17242E"/>
                </a:solidFill>
              </a:defRPr>
            </a:lvl3pPr>
            <a:lvl4pPr algn="ctr">
              <a:defRPr sz="1275" b="1">
                <a:solidFill>
                  <a:srgbClr val="17242E"/>
                </a:solidFill>
              </a:defRPr>
            </a:lvl4pPr>
            <a:lvl5pPr algn="ctr">
              <a:defRPr sz="1275" b="1">
                <a:solidFill>
                  <a:srgbClr val="17242E"/>
                </a:solidFill>
              </a:defRPr>
            </a:lvl5pPr>
            <a:lvl6pPr algn="ctr">
              <a:defRPr sz="1275" b="1">
                <a:solidFill>
                  <a:srgbClr val="17242E"/>
                </a:solidFill>
              </a:defRPr>
            </a:lvl6pPr>
            <a:lvl7pPr algn="ctr">
              <a:defRPr sz="1275" b="1">
                <a:solidFill>
                  <a:srgbClr val="17242E"/>
                </a:solidFill>
              </a:defRPr>
            </a:lvl7pPr>
            <a:lvl8pPr algn="ctr">
              <a:defRPr sz="1275" b="1">
                <a:solidFill>
                  <a:srgbClr val="17242E"/>
                </a:solidFill>
              </a:defRPr>
            </a:lvl8pPr>
            <a:lvl9pPr algn="ctr">
              <a:defRPr sz="127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2E"/>
                </a:solidFill>
              </a:defRPr>
            </a:pPr>
            <a:r>
              <a:rPr sz="1275" b="1">
                <a:solidFill>
                  <a:srgbClr val="17242E"/>
                </a:solidFill>
              </a:rPr>
              <a:t>Release CLI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77B31-705E-4378-B8E0-10EA0C13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36675"/>
                </a:solidFill>
              </a:defRPr>
            </a:defPPr>
            <a:lvl1pPr algn="ctr">
              <a:defRPr sz="1050" b="0">
                <a:solidFill>
                  <a:srgbClr val="536675"/>
                </a:solidFill>
              </a:defRPr>
            </a:lvl1pPr>
            <a:lvl2pPr algn="ctr">
              <a:defRPr sz="1050" b="0">
                <a:solidFill>
                  <a:srgbClr val="536675"/>
                </a:solidFill>
              </a:defRPr>
            </a:lvl2pPr>
            <a:lvl3pPr algn="ctr">
              <a:defRPr sz="1050" b="0">
                <a:solidFill>
                  <a:srgbClr val="536675"/>
                </a:solidFill>
              </a:defRPr>
            </a:lvl3pPr>
            <a:lvl4pPr algn="ctr">
              <a:defRPr sz="1050" b="0">
                <a:solidFill>
                  <a:srgbClr val="536675"/>
                </a:solidFill>
              </a:defRPr>
            </a:lvl4pPr>
            <a:lvl5pPr algn="ctr">
              <a:defRPr sz="1050" b="0">
                <a:solidFill>
                  <a:srgbClr val="536675"/>
                </a:solidFill>
              </a:defRPr>
            </a:lvl5pPr>
            <a:lvl6pPr algn="ctr">
              <a:defRPr sz="1050" b="0">
                <a:solidFill>
                  <a:srgbClr val="536675"/>
                </a:solidFill>
              </a:defRPr>
            </a:lvl6pPr>
            <a:lvl7pPr algn="ctr">
              <a:defRPr sz="1050" b="0">
                <a:solidFill>
                  <a:srgbClr val="536675"/>
                </a:solidFill>
              </a:defRPr>
            </a:lvl7pPr>
            <a:lvl8pPr algn="ctr">
              <a:defRPr sz="1050" b="0">
                <a:solidFill>
                  <a:srgbClr val="536675"/>
                </a:solidFill>
              </a:defRPr>
            </a:lvl8pPr>
            <a:lvl9pPr algn="ctr">
              <a:defRPr sz="105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675"/>
                </a:solidFill>
              </a:defRPr>
            </a:pPr>
            <a:r>
              <a:rPr sz="1050" b="0">
                <a:solidFill>
                  <a:srgbClr val="536675"/>
                </a:solidFill>
              </a:rPr>
              <a:t>Plan, prepare, 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2C4AC-5FCC-43A4-8434-B3C3D938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86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5C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5AF653-32E0-4A4C-946C-F0CD0C29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EA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B48A9-BD31-4C3A-9F9F-A0C369BA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193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738EEA-BD44-46A7-AF98-D7D4E38F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17242E"/>
                </a:solidFill>
              </a:defRPr>
            </a:defPPr>
            <a:lvl1pPr algn="ctr">
              <a:defRPr sz="1275" b="1">
                <a:solidFill>
                  <a:srgbClr val="17242E"/>
                </a:solidFill>
              </a:defRPr>
            </a:lvl1pPr>
            <a:lvl2pPr algn="ctr">
              <a:defRPr sz="1275" b="1">
                <a:solidFill>
                  <a:srgbClr val="17242E"/>
                </a:solidFill>
              </a:defRPr>
            </a:lvl2pPr>
            <a:lvl3pPr algn="ctr">
              <a:defRPr sz="1275" b="1">
                <a:solidFill>
                  <a:srgbClr val="17242E"/>
                </a:solidFill>
              </a:defRPr>
            </a:lvl3pPr>
            <a:lvl4pPr algn="ctr">
              <a:defRPr sz="1275" b="1">
                <a:solidFill>
                  <a:srgbClr val="17242E"/>
                </a:solidFill>
              </a:defRPr>
            </a:lvl4pPr>
            <a:lvl5pPr algn="ctr">
              <a:defRPr sz="1275" b="1">
                <a:solidFill>
                  <a:srgbClr val="17242E"/>
                </a:solidFill>
              </a:defRPr>
            </a:lvl5pPr>
            <a:lvl6pPr algn="ctr">
              <a:defRPr sz="1275" b="1">
                <a:solidFill>
                  <a:srgbClr val="17242E"/>
                </a:solidFill>
              </a:defRPr>
            </a:lvl6pPr>
            <a:lvl7pPr algn="ctr">
              <a:defRPr sz="1275" b="1">
                <a:solidFill>
                  <a:srgbClr val="17242E"/>
                </a:solidFill>
              </a:defRPr>
            </a:lvl7pPr>
            <a:lvl8pPr algn="ctr">
              <a:defRPr sz="1275" b="1">
                <a:solidFill>
                  <a:srgbClr val="17242E"/>
                </a:solidFill>
              </a:defRPr>
            </a:lvl8pPr>
            <a:lvl9pPr algn="ctr">
              <a:defRPr sz="127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2E"/>
                </a:solidFill>
              </a:defRPr>
            </a:pPr>
            <a:r>
              <a:rPr sz="1275" b="1">
                <a:solidFill>
                  <a:srgbClr val="17242E"/>
                </a:solidFill>
              </a:rPr>
              <a:t>Publish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3838F5-52D5-4242-8F16-8AAB183B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36675"/>
                </a:solidFill>
              </a:defRPr>
            </a:defPPr>
            <a:lvl1pPr algn="ctr">
              <a:defRPr sz="1050" b="0">
                <a:solidFill>
                  <a:srgbClr val="536675"/>
                </a:solidFill>
              </a:defRPr>
            </a:lvl1pPr>
            <a:lvl2pPr algn="ctr">
              <a:defRPr sz="1050" b="0">
                <a:solidFill>
                  <a:srgbClr val="536675"/>
                </a:solidFill>
              </a:defRPr>
            </a:lvl2pPr>
            <a:lvl3pPr algn="ctr">
              <a:defRPr sz="1050" b="0">
                <a:solidFill>
                  <a:srgbClr val="536675"/>
                </a:solidFill>
              </a:defRPr>
            </a:lvl3pPr>
            <a:lvl4pPr algn="ctr">
              <a:defRPr sz="1050" b="0">
                <a:solidFill>
                  <a:srgbClr val="536675"/>
                </a:solidFill>
              </a:defRPr>
            </a:lvl4pPr>
            <a:lvl5pPr algn="ctr">
              <a:defRPr sz="1050" b="0">
                <a:solidFill>
                  <a:srgbClr val="536675"/>
                </a:solidFill>
              </a:defRPr>
            </a:lvl5pPr>
            <a:lvl6pPr algn="ctr">
              <a:defRPr sz="1050" b="0">
                <a:solidFill>
                  <a:srgbClr val="536675"/>
                </a:solidFill>
              </a:defRPr>
            </a:lvl6pPr>
            <a:lvl7pPr algn="ctr">
              <a:defRPr sz="1050" b="0">
                <a:solidFill>
                  <a:srgbClr val="536675"/>
                </a:solidFill>
              </a:defRPr>
            </a:lvl7pPr>
            <a:lvl8pPr algn="ctr">
              <a:defRPr sz="1050" b="0">
                <a:solidFill>
                  <a:srgbClr val="536675"/>
                </a:solidFill>
              </a:defRPr>
            </a:lvl8pPr>
            <a:lvl9pPr algn="ctr">
              <a:defRPr sz="105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675"/>
                </a:solidFill>
              </a:defRPr>
            </a:pPr>
            <a:r>
              <a:rPr sz="1050" b="0">
                <a:solidFill>
                  <a:srgbClr val="536675"/>
                </a:solidFill>
              </a:rPr>
              <a:t>Tag and assets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E09AF0-5903-4639-A6FA-5A2C81DA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86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5C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0FA116-C914-4FBA-9CC8-C9B34B30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81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EA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3474AA-ABAB-494A-808D-3EB6B7AC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193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112C2D-DF14-4A9D-8D3E-91A78225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17242E"/>
                </a:solidFill>
              </a:defRPr>
            </a:defPPr>
            <a:lvl1pPr algn="ctr">
              <a:defRPr sz="1275" b="1">
                <a:solidFill>
                  <a:srgbClr val="17242E"/>
                </a:solidFill>
              </a:defRPr>
            </a:lvl1pPr>
            <a:lvl2pPr algn="ctr">
              <a:defRPr sz="1275" b="1">
                <a:solidFill>
                  <a:srgbClr val="17242E"/>
                </a:solidFill>
              </a:defRPr>
            </a:lvl2pPr>
            <a:lvl3pPr algn="ctr">
              <a:defRPr sz="1275" b="1">
                <a:solidFill>
                  <a:srgbClr val="17242E"/>
                </a:solidFill>
              </a:defRPr>
            </a:lvl3pPr>
            <a:lvl4pPr algn="ctr">
              <a:defRPr sz="1275" b="1">
                <a:solidFill>
                  <a:srgbClr val="17242E"/>
                </a:solidFill>
              </a:defRPr>
            </a:lvl4pPr>
            <a:lvl5pPr algn="ctr">
              <a:defRPr sz="1275" b="1">
                <a:solidFill>
                  <a:srgbClr val="17242E"/>
                </a:solidFill>
              </a:defRPr>
            </a:lvl5pPr>
            <a:lvl6pPr algn="ctr">
              <a:defRPr sz="1275" b="1">
                <a:solidFill>
                  <a:srgbClr val="17242E"/>
                </a:solidFill>
              </a:defRPr>
            </a:lvl6pPr>
            <a:lvl7pPr algn="ctr">
              <a:defRPr sz="1275" b="1">
                <a:solidFill>
                  <a:srgbClr val="17242E"/>
                </a:solidFill>
              </a:defRPr>
            </a:lvl7pPr>
            <a:lvl8pPr algn="ctr">
              <a:defRPr sz="1275" b="1">
                <a:solidFill>
                  <a:srgbClr val="17242E"/>
                </a:solidFill>
              </a:defRPr>
            </a:lvl8pPr>
            <a:lvl9pPr algn="ctr">
              <a:defRPr sz="127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2E"/>
                </a:solidFill>
              </a:defRPr>
            </a:pPr>
            <a:r>
              <a:rPr sz="1275" b="1">
                <a:solidFill>
                  <a:srgbClr val="17242E"/>
                </a:solidFill>
              </a:rPr>
              <a:t>Verify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1FD07C-850A-4E61-B633-4E700420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148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36675"/>
                </a:solidFill>
              </a:defRPr>
            </a:defPPr>
            <a:lvl1pPr algn="ctr">
              <a:defRPr sz="1050" b="0">
                <a:solidFill>
                  <a:srgbClr val="536675"/>
                </a:solidFill>
              </a:defRPr>
            </a:lvl1pPr>
            <a:lvl2pPr algn="ctr">
              <a:defRPr sz="1050" b="0">
                <a:solidFill>
                  <a:srgbClr val="536675"/>
                </a:solidFill>
              </a:defRPr>
            </a:lvl2pPr>
            <a:lvl3pPr algn="ctr">
              <a:defRPr sz="1050" b="0">
                <a:solidFill>
                  <a:srgbClr val="536675"/>
                </a:solidFill>
              </a:defRPr>
            </a:lvl3pPr>
            <a:lvl4pPr algn="ctr">
              <a:defRPr sz="1050" b="0">
                <a:solidFill>
                  <a:srgbClr val="536675"/>
                </a:solidFill>
              </a:defRPr>
            </a:lvl4pPr>
            <a:lvl5pPr algn="ctr">
              <a:defRPr sz="1050" b="0">
                <a:solidFill>
                  <a:srgbClr val="536675"/>
                </a:solidFill>
              </a:defRPr>
            </a:lvl5pPr>
            <a:lvl6pPr algn="ctr">
              <a:defRPr sz="1050" b="0">
                <a:solidFill>
                  <a:srgbClr val="536675"/>
                </a:solidFill>
              </a:defRPr>
            </a:lvl6pPr>
            <a:lvl7pPr algn="ctr">
              <a:defRPr sz="1050" b="0">
                <a:solidFill>
                  <a:srgbClr val="536675"/>
                </a:solidFill>
              </a:defRPr>
            </a:lvl7pPr>
            <a:lvl8pPr algn="ctr">
              <a:defRPr sz="1050" b="0">
                <a:solidFill>
                  <a:srgbClr val="536675"/>
                </a:solidFill>
              </a:defRPr>
            </a:lvl8pPr>
            <a:lvl9pPr algn="ctr">
              <a:defRPr sz="105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675"/>
                </a:solidFill>
              </a:defRPr>
            </a:pPr>
            <a:r>
              <a:rPr sz="1050" b="0">
                <a:solidFill>
                  <a:srgbClr val="536675"/>
                </a:solidFill>
              </a:rPr>
              <a:t>Hashes and links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645F10-7AD8-4DF6-949A-6CA90139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B6463A"/>
                </a:solidFill>
              </a:defRPr>
            </a:defPPr>
            <a:lvl1pPr algn="ctr">
              <a:defRPr sz="1500" b="1">
                <a:solidFill>
                  <a:srgbClr val="B6463A"/>
                </a:solidFill>
              </a:defRPr>
            </a:lvl1pPr>
            <a:lvl2pPr algn="ctr">
              <a:defRPr sz="1500" b="1">
                <a:solidFill>
                  <a:srgbClr val="B6463A"/>
                </a:solidFill>
              </a:defRPr>
            </a:lvl2pPr>
            <a:lvl3pPr algn="ctr">
              <a:defRPr sz="1500" b="1">
                <a:solidFill>
                  <a:srgbClr val="B6463A"/>
                </a:solidFill>
              </a:defRPr>
            </a:lvl3pPr>
            <a:lvl4pPr algn="ctr">
              <a:defRPr sz="1500" b="1">
                <a:solidFill>
                  <a:srgbClr val="B6463A"/>
                </a:solidFill>
              </a:defRPr>
            </a:lvl4pPr>
            <a:lvl5pPr algn="ctr">
              <a:defRPr sz="1500" b="1">
                <a:solidFill>
                  <a:srgbClr val="B6463A"/>
                </a:solidFill>
              </a:defRPr>
            </a:lvl5pPr>
            <a:lvl6pPr algn="ctr">
              <a:defRPr sz="1500" b="1">
                <a:solidFill>
                  <a:srgbClr val="B6463A"/>
                </a:solidFill>
              </a:defRPr>
            </a:lvl6pPr>
            <a:lvl7pPr algn="ctr">
              <a:defRPr sz="1500" b="1">
                <a:solidFill>
                  <a:srgbClr val="B6463A"/>
                </a:solidFill>
              </a:defRPr>
            </a:lvl7pPr>
            <a:lvl8pPr algn="ctr">
              <a:defRPr sz="1500" b="1">
                <a:solidFill>
                  <a:srgbClr val="B6463A"/>
                </a:solidFill>
              </a:defRPr>
            </a:lvl8pPr>
            <a:lvl9pPr algn="ctr">
              <a:defRPr sz="1500" b="1">
                <a:solidFill>
                  <a:srgbClr val="B6463A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B6463A"/>
                </a:solidFill>
              </a:defRPr>
            </a:pPr>
            <a:r>
              <a:rPr sz="1500" b="1">
                <a:solidFill>
                  <a:srgbClr val="B6463A"/>
                </a:solidFill>
              </a:rPr>
              <a:t>A proposed deferral is a release change. The user must approve the future milestone before the move occurs.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CDC0BA-5AC0-43B6-9F4C-B46548F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536675"/>
                </a:solidFill>
              </a:defRPr>
            </a:defPPr>
            <a:lvl1pPr algn="l">
              <a:defRPr sz="900" b="0">
                <a:solidFill>
                  <a:srgbClr val="536675"/>
                </a:solidFill>
              </a:defRPr>
            </a:lvl1pPr>
            <a:lvl2pPr algn="l">
              <a:defRPr sz="900" b="0">
                <a:solidFill>
                  <a:srgbClr val="536675"/>
                </a:solidFill>
              </a:defRPr>
            </a:lvl2pPr>
            <a:lvl3pPr algn="l">
              <a:defRPr sz="900" b="0">
                <a:solidFill>
                  <a:srgbClr val="536675"/>
                </a:solidFill>
              </a:defRPr>
            </a:lvl3pPr>
            <a:lvl4pPr algn="l">
              <a:defRPr sz="900" b="0">
                <a:solidFill>
                  <a:srgbClr val="536675"/>
                </a:solidFill>
              </a:defRPr>
            </a:lvl4pPr>
            <a:lvl5pPr algn="l">
              <a:defRPr sz="900" b="0">
                <a:solidFill>
                  <a:srgbClr val="536675"/>
                </a:solidFill>
              </a:defRPr>
            </a:lvl5pPr>
            <a:lvl6pPr algn="l">
              <a:defRPr sz="900" b="0">
                <a:solidFill>
                  <a:srgbClr val="536675"/>
                </a:solidFill>
              </a:defRPr>
            </a:lvl6pPr>
            <a:lvl7pPr algn="l">
              <a:defRPr sz="900" b="0">
                <a:solidFill>
                  <a:srgbClr val="536675"/>
                </a:solidFill>
              </a:defRPr>
            </a:lvl7pPr>
            <a:lvl8pPr algn="l">
              <a:defRPr sz="900" b="0">
                <a:solidFill>
                  <a:srgbClr val="536675"/>
                </a:solidFill>
              </a:defRPr>
            </a:lvl8pPr>
            <a:lvl9pPr algn="l">
              <a:defRPr sz="90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675"/>
                </a:solidFill>
              </a:defRPr>
            </a:pPr>
            <a:r>
              <a:rPr sz="900" b="0">
                <a:solidFill>
                  <a:srgbClr val="536675"/>
                </a:solidFill>
              </a:rPr>
              <a:t>Literate AI 1.3.1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AFCB51-E0A7-4C82-BA0E-0166AFDF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536675"/>
                </a:solidFill>
              </a:defRPr>
            </a:defPPr>
            <a:lvl1pPr algn="r">
              <a:defRPr sz="900" b="1">
                <a:solidFill>
                  <a:srgbClr val="536675"/>
                </a:solidFill>
              </a:defRPr>
            </a:lvl1pPr>
            <a:lvl2pPr algn="r">
              <a:defRPr sz="900" b="1">
                <a:solidFill>
                  <a:srgbClr val="536675"/>
                </a:solidFill>
              </a:defRPr>
            </a:lvl2pPr>
            <a:lvl3pPr algn="r">
              <a:defRPr sz="900" b="1">
                <a:solidFill>
                  <a:srgbClr val="536675"/>
                </a:solidFill>
              </a:defRPr>
            </a:lvl3pPr>
            <a:lvl4pPr algn="r">
              <a:defRPr sz="900" b="1">
                <a:solidFill>
                  <a:srgbClr val="536675"/>
                </a:solidFill>
              </a:defRPr>
            </a:lvl4pPr>
            <a:lvl5pPr algn="r">
              <a:defRPr sz="900" b="1">
                <a:solidFill>
                  <a:srgbClr val="536675"/>
                </a:solidFill>
              </a:defRPr>
            </a:lvl5pPr>
            <a:lvl6pPr algn="r">
              <a:defRPr sz="900" b="1">
                <a:solidFill>
                  <a:srgbClr val="536675"/>
                </a:solidFill>
              </a:defRPr>
            </a:lvl6pPr>
            <a:lvl7pPr algn="r">
              <a:defRPr sz="900" b="1">
                <a:solidFill>
                  <a:srgbClr val="536675"/>
                </a:solidFill>
              </a:defRPr>
            </a:lvl7pPr>
            <a:lvl8pPr algn="r">
              <a:defRPr sz="900" b="1">
                <a:solidFill>
                  <a:srgbClr val="536675"/>
                </a:solidFill>
              </a:defRPr>
            </a:lvl8pPr>
            <a:lvl9pPr algn="r">
              <a:defRPr sz="900" b="1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36675"/>
                </a:solidFill>
              </a:defRPr>
            </a:pPr>
            <a:r>
              <a:rPr sz="900" b="1">
                <a:solidFill>
                  <a:srgbClr val="53667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6916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34A76-8DE5-4D54-B305-9747266A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47C20"/>
                </a:solidFill>
              </a:defRPr>
            </a:defPPr>
            <a:lvl1pPr algn="l">
              <a:defRPr sz="1050" b="1">
                <a:solidFill>
                  <a:srgbClr val="F47C20"/>
                </a:solidFill>
              </a:defRPr>
            </a:lvl1pPr>
            <a:lvl2pPr algn="l">
              <a:defRPr sz="1050" b="1">
                <a:solidFill>
                  <a:srgbClr val="F47C20"/>
                </a:solidFill>
              </a:defRPr>
            </a:lvl2pPr>
            <a:lvl3pPr algn="l">
              <a:defRPr sz="1050" b="1">
                <a:solidFill>
                  <a:srgbClr val="F47C20"/>
                </a:solidFill>
              </a:defRPr>
            </a:lvl3pPr>
            <a:lvl4pPr algn="l">
              <a:defRPr sz="1050" b="1">
                <a:solidFill>
                  <a:srgbClr val="F47C20"/>
                </a:solidFill>
              </a:defRPr>
            </a:lvl4pPr>
            <a:lvl5pPr algn="l">
              <a:defRPr sz="1050" b="1">
                <a:solidFill>
                  <a:srgbClr val="F47C20"/>
                </a:solidFill>
              </a:defRPr>
            </a:lvl5pPr>
            <a:lvl6pPr algn="l">
              <a:defRPr sz="1050" b="1">
                <a:solidFill>
                  <a:srgbClr val="F47C20"/>
                </a:solidFill>
              </a:defRPr>
            </a:lvl6pPr>
            <a:lvl7pPr algn="l">
              <a:defRPr sz="1050" b="1">
                <a:solidFill>
                  <a:srgbClr val="F47C20"/>
                </a:solidFill>
              </a:defRPr>
            </a:lvl7pPr>
            <a:lvl8pPr algn="l">
              <a:defRPr sz="1050" b="1">
                <a:solidFill>
                  <a:srgbClr val="F47C20"/>
                </a:solidFill>
              </a:defRPr>
            </a:lvl8pPr>
            <a:lvl9pPr algn="l">
              <a:defRPr sz="10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7C20"/>
                </a:solidFill>
              </a:defRPr>
            </a:pPr>
            <a:r>
              <a:rPr sz="1050" b="1">
                <a:solidFill>
                  <a:srgbClr val="F47C20"/>
                </a:solidFill>
              </a:rPr>
              <a:t>CURRENT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6E97B-87A3-401D-B817-B8B61752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242E"/>
                </a:solidFill>
              </a:defRPr>
            </a:defPPr>
            <a:lvl1pPr algn="l">
              <a:defRPr sz="2550" b="1">
                <a:solidFill>
                  <a:srgbClr val="17242E"/>
                </a:solidFill>
              </a:defRPr>
            </a:lvl1pPr>
            <a:lvl2pPr algn="l">
              <a:defRPr sz="2550" b="1">
                <a:solidFill>
                  <a:srgbClr val="17242E"/>
                </a:solidFill>
              </a:defRPr>
            </a:lvl2pPr>
            <a:lvl3pPr algn="l">
              <a:defRPr sz="2550" b="1">
                <a:solidFill>
                  <a:srgbClr val="17242E"/>
                </a:solidFill>
              </a:defRPr>
            </a:lvl3pPr>
            <a:lvl4pPr algn="l">
              <a:defRPr sz="2550" b="1">
                <a:solidFill>
                  <a:srgbClr val="17242E"/>
                </a:solidFill>
              </a:defRPr>
            </a:lvl4pPr>
            <a:lvl5pPr algn="l">
              <a:defRPr sz="2550" b="1">
                <a:solidFill>
                  <a:srgbClr val="17242E"/>
                </a:solidFill>
              </a:defRPr>
            </a:lvl5pPr>
            <a:lvl6pPr algn="l">
              <a:defRPr sz="2550" b="1">
                <a:solidFill>
                  <a:srgbClr val="17242E"/>
                </a:solidFill>
              </a:defRPr>
            </a:lvl6pPr>
            <a:lvl7pPr algn="l">
              <a:defRPr sz="2550" b="1">
                <a:solidFill>
                  <a:srgbClr val="17242E"/>
                </a:solidFill>
              </a:defRPr>
            </a:lvl7pPr>
            <a:lvl8pPr algn="l">
              <a:defRPr sz="2550" b="1">
                <a:solidFill>
                  <a:srgbClr val="17242E"/>
                </a:solidFill>
              </a:defRPr>
            </a:lvl8pPr>
            <a:lvl9pPr algn="l">
              <a:defRPr sz="25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2E"/>
                </a:solidFill>
              </a:defRPr>
            </a:pPr>
            <a:r>
              <a:rPr sz="2550" b="1">
                <a:solidFill>
                  <a:srgbClr val="17242E"/>
                </a:solidFill>
              </a:rPr>
              <a:t>Release readiness at 27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8B7D7-A240-4E8C-BD67-2558048F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2461D-B6F6-4DF4-AF03-76A3B13F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7242E"/>
                </a:solidFill>
              </a:defRPr>
            </a:defPPr>
            <a:lvl1pPr algn="l">
              <a:defRPr sz="1350" b="1">
                <a:solidFill>
                  <a:srgbClr val="17242E"/>
                </a:solidFill>
              </a:defRPr>
            </a:lvl1pPr>
            <a:lvl2pPr algn="l">
              <a:defRPr sz="1350" b="1">
                <a:solidFill>
                  <a:srgbClr val="17242E"/>
                </a:solidFill>
              </a:defRPr>
            </a:lvl2pPr>
            <a:lvl3pPr algn="l">
              <a:defRPr sz="1350" b="1">
                <a:solidFill>
                  <a:srgbClr val="17242E"/>
                </a:solidFill>
              </a:defRPr>
            </a:lvl3pPr>
            <a:lvl4pPr algn="l">
              <a:defRPr sz="1350" b="1">
                <a:solidFill>
                  <a:srgbClr val="17242E"/>
                </a:solidFill>
              </a:defRPr>
            </a:lvl4pPr>
            <a:lvl5pPr algn="l">
              <a:defRPr sz="1350" b="1">
                <a:solidFill>
                  <a:srgbClr val="17242E"/>
                </a:solidFill>
              </a:defRPr>
            </a:lvl5pPr>
            <a:lvl6pPr algn="l">
              <a:defRPr sz="1350" b="1">
                <a:solidFill>
                  <a:srgbClr val="17242E"/>
                </a:solidFill>
              </a:defRPr>
            </a:lvl6pPr>
            <a:lvl7pPr algn="l">
              <a:defRPr sz="1350" b="1">
                <a:solidFill>
                  <a:srgbClr val="17242E"/>
                </a:solidFill>
              </a:defRPr>
            </a:lvl7pPr>
            <a:lvl8pPr algn="l">
              <a:defRPr sz="1350" b="1">
                <a:solidFill>
                  <a:srgbClr val="17242E"/>
                </a:solidFill>
              </a:defRPr>
            </a:lvl8pPr>
            <a:lvl9pPr algn="l">
              <a:defRPr sz="13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42E"/>
                </a:solidFill>
              </a:defRPr>
            </a:pPr>
            <a:r>
              <a:rPr sz="1350" b="1">
                <a:solidFill>
                  <a:srgbClr val="17242E"/>
                </a:solidFill>
              </a:rPr>
              <a:t>Exact-main 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3EAB0-CB83-4E6B-B3FD-6B1A8221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1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287A5B"/>
                </a:solidFill>
              </a:defRPr>
            </a:defPPr>
            <a:lvl1pPr algn="l">
              <a:defRPr sz="1500" b="1">
                <a:solidFill>
                  <a:srgbClr val="287A5B"/>
                </a:solidFill>
              </a:defRPr>
            </a:lvl1pPr>
            <a:lvl2pPr algn="l">
              <a:defRPr sz="1500" b="1">
                <a:solidFill>
                  <a:srgbClr val="287A5B"/>
                </a:solidFill>
              </a:defRPr>
            </a:lvl2pPr>
            <a:lvl3pPr algn="l">
              <a:defRPr sz="1500" b="1">
                <a:solidFill>
                  <a:srgbClr val="287A5B"/>
                </a:solidFill>
              </a:defRPr>
            </a:lvl3pPr>
            <a:lvl4pPr algn="l">
              <a:defRPr sz="1500" b="1">
                <a:solidFill>
                  <a:srgbClr val="287A5B"/>
                </a:solidFill>
              </a:defRPr>
            </a:lvl4pPr>
            <a:lvl5pPr algn="l">
              <a:defRPr sz="1500" b="1">
                <a:solidFill>
                  <a:srgbClr val="287A5B"/>
                </a:solidFill>
              </a:defRPr>
            </a:lvl5pPr>
            <a:lvl6pPr algn="l">
              <a:defRPr sz="1500" b="1">
                <a:solidFill>
                  <a:srgbClr val="287A5B"/>
                </a:solidFill>
              </a:defRPr>
            </a:lvl6pPr>
            <a:lvl7pPr algn="l">
              <a:defRPr sz="1500" b="1">
                <a:solidFill>
                  <a:srgbClr val="287A5B"/>
                </a:solidFill>
              </a:defRPr>
            </a:lvl7pPr>
            <a:lvl8pPr algn="l">
              <a:defRPr sz="1500" b="1">
                <a:solidFill>
                  <a:srgbClr val="287A5B"/>
                </a:solidFill>
              </a:defRPr>
            </a:lvl8pPr>
            <a:lvl9pPr algn="l">
              <a:defRPr sz="1500" b="1">
                <a:solidFill>
                  <a:srgbClr val="287A5B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87A5B"/>
                </a:solidFill>
              </a:defRPr>
            </a:pPr>
            <a:r>
              <a:rPr sz="1500" b="1">
                <a:solidFill>
                  <a:srgbClr val="287A5B"/>
                </a:solidFill>
              </a:rPr>
              <a:t>26 OF 26 GREEN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75278-3D16-4607-ABC6-4D6A0A92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621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Merge commit 3b606d42c; run 40460869302 completed successfully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22BCC-252D-4B1D-BE11-63C1C14B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4565D-E144-4538-9494-F2BF5665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7242E"/>
                </a:solidFill>
              </a:defRPr>
            </a:defPPr>
            <a:lvl1pPr algn="l">
              <a:defRPr sz="1350" b="1">
                <a:solidFill>
                  <a:srgbClr val="17242E"/>
                </a:solidFill>
              </a:defRPr>
            </a:lvl1pPr>
            <a:lvl2pPr algn="l">
              <a:defRPr sz="1350" b="1">
                <a:solidFill>
                  <a:srgbClr val="17242E"/>
                </a:solidFill>
              </a:defRPr>
            </a:lvl2pPr>
            <a:lvl3pPr algn="l">
              <a:defRPr sz="1350" b="1">
                <a:solidFill>
                  <a:srgbClr val="17242E"/>
                </a:solidFill>
              </a:defRPr>
            </a:lvl3pPr>
            <a:lvl4pPr algn="l">
              <a:defRPr sz="1350" b="1">
                <a:solidFill>
                  <a:srgbClr val="17242E"/>
                </a:solidFill>
              </a:defRPr>
            </a:lvl4pPr>
            <a:lvl5pPr algn="l">
              <a:defRPr sz="1350" b="1">
                <a:solidFill>
                  <a:srgbClr val="17242E"/>
                </a:solidFill>
              </a:defRPr>
            </a:lvl5pPr>
            <a:lvl6pPr algn="l">
              <a:defRPr sz="1350" b="1">
                <a:solidFill>
                  <a:srgbClr val="17242E"/>
                </a:solidFill>
              </a:defRPr>
            </a:lvl6pPr>
            <a:lvl7pPr algn="l">
              <a:defRPr sz="1350" b="1">
                <a:solidFill>
                  <a:srgbClr val="17242E"/>
                </a:solidFill>
              </a:defRPr>
            </a:lvl7pPr>
            <a:lvl8pPr algn="l">
              <a:defRPr sz="1350" b="1">
                <a:solidFill>
                  <a:srgbClr val="17242E"/>
                </a:solidFill>
              </a:defRPr>
            </a:lvl8pPr>
            <a:lvl9pPr algn="l">
              <a:defRPr sz="13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42E"/>
                </a:solidFill>
              </a:defRPr>
            </a:pPr>
            <a:r>
              <a:rPr sz="1350" b="1">
                <a:solidFill>
                  <a:srgbClr val="17242E"/>
                </a:solidFill>
              </a:rPr>
              <a:t>Formal release goals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F33EB-E9F9-43AB-81F1-1EF99B0D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B6463A"/>
                </a:solidFill>
              </a:defRPr>
            </a:defPPr>
            <a:lvl1pPr algn="l">
              <a:defRPr sz="1500" b="1">
                <a:solidFill>
                  <a:srgbClr val="B6463A"/>
                </a:solidFill>
              </a:defRPr>
            </a:lvl1pPr>
            <a:lvl2pPr algn="l">
              <a:defRPr sz="1500" b="1">
                <a:solidFill>
                  <a:srgbClr val="B6463A"/>
                </a:solidFill>
              </a:defRPr>
            </a:lvl2pPr>
            <a:lvl3pPr algn="l">
              <a:defRPr sz="1500" b="1">
                <a:solidFill>
                  <a:srgbClr val="B6463A"/>
                </a:solidFill>
              </a:defRPr>
            </a:lvl3pPr>
            <a:lvl4pPr algn="l">
              <a:defRPr sz="1500" b="1">
                <a:solidFill>
                  <a:srgbClr val="B6463A"/>
                </a:solidFill>
              </a:defRPr>
            </a:lvl4pPr>
            <a:lvl5pPr algn="l">
              <a:defRPr sz="1500" b="1">
                <a:solidFill>
                  <a:srgbClr val="B6463A"/>
                </a:solidFill>
              </a:defRPr>
            </a:lvl5pPr>
            <a:lvl6pPr algn="l">
              <a:defRPr sz="1500" b="1">
                <a:solidFill>
                  <a:srgbClr val="B6463A"/>
                </a:solidFill>
              </a:defRPr>
            </a:lvl6pPr>
            <a:lvl7pPr algn="l">
              <a:defRPr sz="1500" b="1">
                <a:solidFill>
                  <a:srgbClr val="B6463A"/>
                </a:solidFill>
              </a:defRPr>
            </a:lvl7pPr>
            <a:lvl8pPr algn="l">
              <a:defRPr sz="1500" b="1">
                <a:solidFill>
                  <a:srgbClr val="B6463A"/>
                </a:solidFill>
              </a:defRPr>
            </a:lvl8pPr>
            <a:lvl9pPr algn="l">
              <a:defRPr sz="1500" b="1">
                <a:solidFill>
                  <a:srgbClr val="B6463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6463A"/>
                </a:solidFill>
              </a:defRPr>
            </a:pPr>
            <a:r>
              <a:rPr sz="1500" b="1">
                <a:solidFill>
                  <a:srgbClr val="B6463A"/>
                </a:solidFill>
              </a:rPr>
              <a:t>1 OF 18 COMPLETE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DAE89-C62D-430C-BC2D-6E6637C3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Seventeen declared goals remain blocking until their recorded acceptance is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876D1-F370-43E0-BF63-190AD7BF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58995-CF3C-47C4-8D6F-B5299720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7242E"/>
                </a:solidFill>
              </a:defRPr>
            </a:defPPr>
            <a:lvl1pPr algn="l">
              <a:defRPr sz="1350" b="1">
                <a:solidFill>
                  <a:srgbClr val="17242E"/>
                </a:solidFill>
              </a:defRPr>
            </a:lvl1pPr>
            <a:lvl2pPr algn="l">
              <a:defRPr sz="1350" b="1">
                <a:solidFill>
                  <a:srgbClr val="17242E"/>
                </a:solidFill>
              </a:defRPr>
            </a:lvl2pPr>
            <a:lvl3pPr algn="l">
              <a:defRPr sz="1350" b="1">
                <a:solidFill>
                  <a:srgbClr val="17242E"/>
                </a:solidFill>
              </a:defRPr>
            </a:lvl3pPr>
            <a:lvl4pPr algn="l">
              <a:defRPr sz="1350" b="1">
                <a:solidFill>
                  <a:srgbClr val="17242E"/>
                </a:solidFill>
              </a:defRPr>
            </a:lvl4pPr>
            <a:lvl5pPr algn="l">
              <a:defRPr sz="1350" b="1">
                <a:solidFill>
                  <a:srgbClr val="17242E"/>
                </a:solidFill>
              </a:defRPr>
            </a:lvl5pPr>
            <a:lvl6pPr algn="l">
              <a:defRPr sz="1350" b="1">
                <a:solidFill>
                  <a:srgbClr val="17242E"/>
                </a:solidFill>
              </a:defRPr>
            </a:lvl6pPr>
            <a:lvl7pPr algn="l">
              <a:defRPr sz="1350" b="1">
                <a:solidFill>
                  <a:srgbClr val="17242E"/>
                </a:solidFill>
              </a:defRPr>
            </a:lvl7pPr>
            <a:lvl8pPr algn="l">
              <a:defRPr sz="1350" b="1">
                <a:solidFill>
                  <a:srgbClr val="17242E"/>
                </a:solidFill>
              </a:defRPr>
            </a:lvl8pPr>
            <a:lvl9pPr algn="l">
              <a:defRPr sz="13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42E"/>
                </a:solidFill>
              </a:defRPr>
            </a:pPr>
            <a:r>
              <a:rPr sz="1350" b="1">
                <a:solidFill>
                  <a:srgbClr val="17242E"/>
                </a:solidFill>
              </a:rPr>
              <a:t>Milestone issues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5551F-C320-4D52-9DDC-101DAB81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B6463A"/>
                </a:solidFill>
              </a:defRPr>
            </a:defPPr>
            <a:lvl1pPr algn="l">
              <a:defRPr sz="1500" b="1">
                <a:solidFill>
                  <a:srgbClr val="B6463A"/>
                </a:solidFill>
              </a:defRPr>
            </a:lvl1pPr>
            <a:lvl2pPr algn="l">
              <a:defRPr sz="1500" b="1">
                <a:solidFill>
                  <a:srgbClr val="B6463A"/>
                </a:solidFill>
              </a:defRPr>
            </a:lvl2pPr>
            <a:lvl3pPr algn="l">
              <a:defRPr sz="1500" b="1">
                <a:solidFill>
                  <a:srgbClr val="B6463A"/>
                </a:solidFill>
              </a:defRPr>
            </a:lvl3pPr>
            <a:lvl4pPr algn="l">
              <a:defRPr sz="1500" b="1">
                <a:solidFill>
                  <a:srgbClr val="B6463A"/>
                </a:solidFill>
              </a:defRPr>
            </a:lvl4pPr>
            <a:lvl5pPr algn="l">
              <a:defRPr sz="1500" b="1">
                <a:solidFill>
                  <a:srgbClr val="B6463A"/>
                </a:solidFill>
              </a:defRPr>
            </a:lvl5pPr>
            <a:lvl6pPr algn="l">
              <a:defRPr sz="1500" b="1">
                <a:solidFill>
                  <a:srgbClr val="B6463A"/>
                </a:solidFill>
              </a:defRPr>
            </a:lvl6pPr>
            <a:lvl7pPr algn="l">
              <a:defRPr sz="1500" b="1">
                <a:solidFill>
                  <a:srgbClr val="B6463A"/>
                </a:solidFill>
              </a:defRPr>
            </a:lvl7pPr>
            <a:lvl8pPr algn="l">
              <a:defRPr sz="1500" b="1">
                <a:solidFill>
                  <a:srgbClr val="B6463A"/>
                </a:solidFill>
              </a:defRPr>
            </a:lvl8pPr>
            <a:lvl9pPr algn="l">
              <a:defRPr sz="1500" b="1">
                <a:solidFill>
                  <a:srgbClr val="B6463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6463A"/>
                </a:solidFill>
              </a:defRPr>
            </a:pPr>
            <a:r>
              <a:rPr sz="1500" b="1">
                <a:solidFill>
                  <a:srgbClr val="B6463A"/>
                </a:solidFill>
              </a:rPr>
              <a:t>0 OF 13 CLOSED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2224E-1FD2-484E-B227-CD5CCF6A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814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Every issue in GitHub milestone 1.3.1 remains open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309B3-971C-40E2-ADFA-22424A1A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DC294-2AE8-427D-B40B-01A63C58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7242E"/>
                </a:solidFill>
              </a:defRPr>
            </a:defPPr>
            <a:lvl1pPr algn="l">
              <a:defRPr sz="1350" b="1">
                <a:solidFill>
                  <a:srgbClr val="17242E"/>
                </a:solidFill>
              </a:defRPr>
            </a:lvl1pPr>
            <a:lvl2pPr algn="l">
              <a:defRPr sz="1350" b="1">
                <a:solidFill>
                  <a:srgbClr val="17242E"/>
                </a:solidFill>
              </a:defRPr>
            </a:lvl2pPr>
            <a:lvl3pPr algn="l">
              <a:defRPr sz="1350" b="1">
                <a:solidFill>
                  <a:srgbClr val="17242E"/>
                </a:solidFill>
              </a:defRPr>
            </a:lvl3pPr>
            <a:lvl4pPr algn="l">
              <a:defRPr sz="1350" b="1">
                <a:solidFill>
                  <a:srgbClr val="17242E"/>
                </a:solidFill>
              </a:defRPr>
            </a:lvl4pPr>
            <a:lvl5pPr algn="l">
              <a:defRPr sz="1350" b="1">
                <a:solidFill>
                  <a:srgbClr val="17242E"/>
                </a:solidFill>
              </a:defRPr>
            </a:lvl5pPr>
            <a:lvl6pPr algn="l">
              <a:defRPr sz="1350" b="1">
                <a:solidFill>
                  <a:srgbClr val="17242E"/>
                </a:solidFill>
              </a:defRPr>
            </a:lvl6pPr>
            <a:lvl7pPr algn="l">
              <a:defRPr sz="1350" b="1">
                <a:solidFill>
                  <a:srgbClr val="17242E"/>
                </a:solidFill>
              </a:defRPr>
            </a:lvl7pPr>
            <a:lvl8pPr algn="l">
              <a:defRPr sz="1350" b="1">
                <a:solidFill>
                  <a:srgbClr val="17242E"/>
                </a:solidFill>
              </a:defRPr>
            </a:lvl8pPr>
            <a:lvl9pPr algn="l">
              <a:defRPr sz="13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42E"/>
                </a:solidFill>
              </a:defRPr>
            </a:pPr>
            <a:r>
              <a:rPr sz="1350" b="1">
                <a:solidFill>
                  <a:srgbClr val="17242E"/>
                </a:solidFill>
              </a:rPr>
              <a:t>Contribution sweep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1E4EC-C494-49C7-A001-BFA976C4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B6463A"/>
                </a:solidFill>
              </a:defRPr>
            </a:defPPr>
            <a:lvl1pPr algn="l">
              <a:defRPr sz="1500" b="1">
                <a:solidFill>
                  <a:srgbClr val="B6463A"/>
                </a:solidFill>
              </a:defRPr>
            </a:lvl1pPr>
            <a:lvl2pPr algn="l">
              <a:defRPr sz="1500" b="1">
                <a:solidFill>
                  <a:srgbClr val="B6463A"/>
                </a:solidFill>
              </a:defRPr>
            </a:lvl2pPr>
            <a:lvl3pPr algn="l">
              <a:defRPr sz="1500" b="1">
                <a:solidFill>
                  <a:srgbClr val="B6463A"/>
                </a:solidFill>
              </a:defRPr>
            </a:lvl3pPr>
            <a:lvl4pPr algn="l">
              <a:defRPr sz="1500" b="1">
                <a:solidFill>
                  <a:srgbClr val="B6463A"/>
                </a:solidFill>
              </a:defRPr>
            </a:lvl4pPr>
            <a:lvl5pPr algn="l">
              <a:defRPr sz="1500" b="1">
                <a:solidFill>
                  <a:srgbClr val="B6463A"/>
                </a:solidFill>
              </a:defRPr>
            </a:lvl5pPr>
            <a:lvl6pPr algn="l">
              <a:defRPr sz="1500" b="1">
                <a:solidFill>
                  <a:srgbClr val="B6463A"/>
                </a:solidFill>
              </a:defRPr>
            </a:lvl6pPr>
            <a:lvl7pPr algn="l">
              <a:defRPr sz="1500" b="1">
                <a:solidFill>
                  <a:srgbClr val="B6463A"/>
                </a:solidFill>
              </a:defRPr>
            </a:lvl7pPr>
            <a:lvl8pPr algn="l">
              <a:defRPr sz="1500" b="1">
                <a:solidFill>
                  <a:srgbClr val="B6463A"/>
                </a:solidFill>
              </a:defRPr>
            </a:lvl8pPr>
            <a:lvl9pPr algn="l">
              <a:defRPr sz="1500" b="1">
                <a:solidFill>
                  <a:srgbClr val="B6463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6463A"/>
                </a:solidFill>
              </a:defRPr>
            </a:pPr>
            <a:r>
              <a:rPr sz="1500" b="1">
                <a:solidFill>
                  <a:srgbClr val="B6463A"/>
                </a:solidFill>
              </a:rPr>
              <a:t>NOT 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F2C1F-D778-44D1-BEED-67D62A62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910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Unresolved issue and branch dispositions remain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B1422-06A2-4F79-8824-9C6C3F40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870A9-6F31-4080-8493-12D81F34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674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7242E"/>
                </a:solidFill>
              </a:defRPr>
            </a:defPPr>
            <a:lvl1pPr algn="ctr">
              <a:defRPr sz="1500" b="1">
                <a:solidFill>
                  <a:srgbClr val="17242E"/>
                </a:solidFill>
              </a:defRPr>
            </a:lvl1pPr>
            <a:lvl2pPr algn="ctr">
              <a:defRPr sz="1500" b="1">
                <a:solidFill>
                  <a:srgbClr val="17242E"/>
                </a:solidFill>
              </a:defRPr>
            </a:lvl2pPr>
            <a:lvl3pPr algn="ctr">
              <a:defRPr sz="1500" b="1">
                <a:solidFill>
                  <a:srgbClr val="17242E"/>
                </a:solidFill>
              </a:defRPr>
            </a:lvl3pPr>
            <a:lvl4pPr algn="ctr">
              <a:defRPr sz="1500" b="1">
                <a:solidFill>
                  <a:srgbClr val="17242E"/>
                </a:solidFill>
              </a:defRPr>
            </a:lvl4pPr>
            <a:lvl5pPr algn="ctr">
              <a:defRPr sz="1500" b="1">
                <a:solidFill>
                  <a:srgbClr val="17242E"/>
                </a:solidFill>
              </a:defRPr>
            </a:lvl5pPr>
            <a:lvl6pPr algn="ctr">
              <a:defRPr sz="1500" b="1">
                <a:solidFill>
                  <a:srgbClr val="17242E"/>
                </a:solidFill>
              </a:defRPr>
            </a:lvl6pPr>
            <a:lvl7pPr algn="ctr">
              <a:defRPr sz="1500" b="1">
                <a:solidFill>
                  <a:srgbClr val="17242E"/>
                </a:solidFill>
              </a:defRPr>
            </a:lvl7pPr>
            <a:lvl8pPr algn="ctr">
              <a:defRPr sz="1500" b="1">
                <a:solidFill>
                  <a:srgbClr val="17242E"/>
                </a:solidFill>
              </a:defRPr>
            </a:lvl8pPr>
            <a:lvl9pPr algn="ctr">
              <a:defRPr sz="150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42E"/>
                </a:solidFill>
              </a:defRPr>
            </a:pPr>
            <a:r>
              <a:rPr sz="1500" b="1">
                <a:solidFill>
                  <a:srgbClr val="17242E"/>
                </a:solidFill>
              </a:rPr>
              <a:t>Exact-main success closes the Windows observation goal. It does not close the other roadmap goals or milestone scope.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BA261-C79D-4069-B7CE-A9538BA4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536675"/>
                </a:solidFill>
              </a:defRPr>
            </a:defPPr>
            <a:lvl1pPr algn="l">
              <a:defRPr sz="900" b="0">
                <a:solidFill>
                  <a:srgbClr val="536675"/>
                </a:solidFill>
              </a:defRPr>
            </a:lvl1pPr>
            <a:lvl2pPr algn="l">
              <a:defRPr sz="900" b="0">
                <a:solidFill>
                  <a:srgbClr val="536675"/>
                </a:solidFill>
              </a:defRPr>
            </a:lvl2pPr>
            <a:lvl3pPr algn="l">
              <a:defRPr sz="900" b="0">
                <a:solidFill>
                  <a:srgbClr val="536675"/>
                </a:solidFill>
              </a:defRPr>
            </a:lvl3pPr>
            <a:lvl4pPr algn="l">
              <a:defRPr sz="900" b="0">
                <a:solidFill>
                  <a:srgbClr val="536675"/>
                </a:solidFill>
              </a:defRPr>
            </a:lvl4pPr>
            <a:lvl5pPr algn="l">
              <a:defRPr sz="900" b="0">
                <a:solidFill>
                  <a:srgbClr val="536675"/>
                </a:solidFill>
              </a:defRPr>
            </a:lvl5pPr>
            <a:lvl6pPr algn="l">
              <a:defRPr sz="900" b="0">
                <a:solidFill>
                  <a:srgbClr val="536675"/>
                </a:solidFill>
              </a:defRPr>
            </a:lvl6pPr>
            <a:lvl7pPr algn="l">
              <a:defRPr sz="900" b="0">
                <a:solidFill>
                  <a:srgbClr val="536675"/>
                </a:solidFill>
              </a:defRPr>
            </a:lvl7pPr>
            <a:lvl8pPr algn="l">
              <a:defRPr sz="900" b="0">
                <a:solidFill>
                  <a:srgbClr val="536675"/>
                </a:solidFill>
              </a:defRPr>
            </a:lvl8pPr>
            <a:lvl9pPr algn="l">
              <a:defRPr sz="90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675"/>
                </a:solidFill>
              </a:defRPr>
            </a:pPr>
            <a:r>
              <a:rPr sz="900" b="0">
                <a:solidFill>
                  <a:srgbClr val="536675"/>
                </a:solidFill>
              </a:rPr>
              <a:t>Literate AI 1.3.1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895CF-BB66-4AA8-BEBD-15860785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536675"/>
                </a:solidFill>
              </a:defRPr>
            </a:defPPr>
            <a:lvl1pPr algn="r">
              <a:defRPr sz="900" b="1">
                <a:solidFill>
                  <a:srgbClr val="536675"/>
                </a:solidFill>
              </a:defRPr>
            </a:lvl1pPr>
            <a:lvl2pPr algn="r">
              <a:defRPr sz="900" b="1">
                <a:solidFill>
                  <a:srgbClr val="536675"/>
                </a:solidFill>
              </a:defRPr>
            </a:lvl2pPr>
            <a:lvl3pPr algn="r">
              <a:defRPr sz="900" b="1">
                <a:solidFill>
                  <a:srgbClr val="536675"/>
                </a:solidFill>
              </a:defRPr>
            </a:lvl3pPr>
            <a:lvl4pPr algn="r">
              <a:defRPr sz="900" b="1">
                <a:solidFill>
                  <a:srgbClr val="536675"/>
                </a:solidFill>
              </a:defRPr>
            </a:lvl4pPr>
            <a:lvl5pPr algn="r">
              <a:defRPr sz="900" b="1">
                <a:solidFill>
                  <a:srgbClr val="536675"/>
                </a:solidFill>
              </a:defRPr>
            </a:lvl5pPr>
            <a:lvl6pPr algn="r">
              <a:defRPr sz="900" b="1">
                <a:solidFill>
                  <a:srgbClr val="536675"/>
                </a:solidFill>
              </a:defRPr>
            </a:lvl6pPr>
            <a:lvl7pPr algn="r">
              <a:defRPr sz="900" b="1">
                <a:solidFill>
                  <a:srgbClr val="536675"/>
                </a:solidFill>
              </a:defRPr>
            </a:lvl7pPr>
            <a:lvl8pPr algn="r">
              <a:defRPr sz="900" b="1">
                <a:solidFill>
                  <a:srgbClr val="536675"/>
                </a:solidFill>
              </a:defRPr>
            </a:lvl8pPr>
            <a:lvl9pPr algn="r">
              <a:defRPr sz="900" b="1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36675"/>
                </a:solidFill>
              </a:defRPr>
            </a:pPr>
            <a:r>
              <a:rPr sz="900" b="1">
                <a:solidFill>
                  <a:srgbClr val="53667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5425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A730F-AB0E-4BC4-9B2A-8036A367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7B267"/>
                </a:solidFill>
              </a:defRPr>
            </a:defPPr>
            <a:lvl1pPr algn="l">
              <a:defRPr sz="1050" b="1">
                <a:solidFill>
                  <a:srgbClr val="F7B267"/>
                </a:solidFill>
              </a:defRPr>
            </a:lvl1pPr>
            <a:lvl2pPr algn="l">
              <a:defRPr sz="1050" b="1">
                <a:solidFill>
                  <a:srgbClr val="F7B267"/>
                </a:solidFill>
              </a:defRPr>
            </a:lvl2pPr>
            <a:lvl3pPr algn="l">
              <a:defRPr sz="1050" b="1">
                <a:solidFill>
                  <a:srgbClr val="F7B267"/>
                </a:solidFill>
              </a:defRPr>
            </a:lvl3pPr>
            <a:lvl4pPr algn="l">
              <a:defRPr sz="1050" b="1">
                <a:solidFill>
                  <a:srgbClr val="F7B267"/>
                </a:solidFill>
              </a:defRPr>
            </a:lvl4pPr>
            <a:lvl5pPr algn="l">
              <a:defRPr sz="1050" b="1">
                <a:solidFill>
                  <a:srgbClr val="F7B267"/>
                </a:solidFill>
              </a:defRPr>
            </a:lvl5pPr>
            <a:lvl6pPr algn="l">
              <a:defRPr sz="1050" b="1">
                <a:solidFill>
                  <a:srgbClr val="F7B267"/>
                </a:solidFill>
              </a:defRPr>
            </a:lvl6pPr>
            <a:lvl7pPr algn="l">
              <a:defRPr sz="1050" b="1">
                <a:solidFill>
                  <a:srgbClr val="F7B267"/>
                </a:solidFill>
              </a:defRPr>
            </a:lvl7pPr>
            <a:lvl8pPr algn="l">
              <a:defRPr sz="1050" b="1">
                <a:solidFill>
                  <a:srgbClr val="F7B267"/>
                </a:solidFill>
              </a:defRPr>
            </a:lvl8pPr>
            <a:lvl9pPr algn="l">
              <a:defRPr sz="1050" b="1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7B267"/>
                </a:solidFill>
              </a:defRPr>
            </a:pPr>
            <a:r>
              <a:rPr sz="1050" b="1">
                <a:solidFill>
                  <a:srgbClr val="F7B267"/>
                </a:solidFill>
              </a:rPr>
              <a:t>DELIVERY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C9E2A-1438-4358-B4C8-3DDF4F89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ETA for a compliant 1.3.1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7B4FA-EA25-4546-A415-41411D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B6463A"/>
                </a:solidFill>
              </a:defRPr>
            </a:defPPr>
            <a:lvl1pPr algn="l">
              <a:defRPr sz="2100" b="1">
                <a:solidFill>
                  <a:srgbClr val="B6463A"/>
                </a:solidFill>
              </a:defRPr>
            </a:lvl1pPr>
            <a:lvl2pPr algn="l">
              <a:defRPr sz="2100" b="1">
                <a:solidFill>
                  <a:srgbClr val="B6463A"/>
                </a:solidFill>
              </a:defRPr>
            </a:lvl2pPr>
            <a:lvl3pPr algn="l">
              <a:defRPr sz="2100" b="1">
                <a:solidFill>
                  <a:srgbClr val="B6463A"/>
                </a:solidFill>
              </a:defRPr>
            </a:lvl3pPr>
            <a:lvl4pPr algn="l">
              <a:defRPr sz="2100" b="1">
                <a:solidFill>
                  <a:srgbClr val="B6463A"/>
                </a:solidFill>
              </a:defRPr>
            </a:lvl4pPr>
            <a:lvl5pPr algn="l">
              <a:defRPr sz="2100" b="1">
                <a:solidFill>
                  <a:srgbClr val="B6463A"/>
                </a:solidFill>
              </a:defRPr>
            </a:lvl5pPr>
            <a:lvl6pPr algn="l">
              <a:defRPr sz="2100" b="1">
                <a:solidFill>
                  <a:srgbClr val="B6463A"/>
                </a:solidFill>
              </a:defRPr>
            </a:lvl6pPr>
            <a:lvl7pPr algn="l">
              <a:defRPr sz="2100" b="1">
                <a:solidFill>
                  <a:srgbClr val="B6463A"/>
                </a:solidFill>
              </a:defRPr>
            </a:lvl7pPr>
            <a:lvl8pPr algn="l">
              <a:defRPr sz="2100" b="1">
                <a:solidFill>
                  <a:srgbClr val="B6463A"/>
                </a:solidFill>
              </a:defRPr>
            </a:lvl8pPr>
            <a:lvl9pPr algn="l">
              <a:defRPr sz="2100" b="1">
                <a:solidFill>
                  <a:srgbClr val="B6463A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6463A"/>
                </a:solidFill>
              </a:defRPr>
            </a:pPr>
            <a:r>
              <a:rPr sz="2100" b="1">
                <a:solidFill>
                  <a:srgbClr val="B6463A"/>
                </a:solidFill>
              </a:rPr>
              <a:t>27 OCT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28453-F360-4592-80FF-72EBE3E7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Business deadline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B98D8-97DC-497B-A1D0-81B32F5B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7E0E8"/>
                </a:solidFill>
              </a:defRPr>
            </a:defPPr>
            <a:lvl1pPr algn="l">
              <a:defRPr sz="1350" b="0">
                <a:solidFill>
                  <a:srgbClr val="D7E0E8"/>
                </a:solidFill>
              </a:defRPr>
            </a:lvl1pPr>
            <a:lvl2pPr algn="l">
              <a:defRPr sz="1350" b="0">
                <a:solidFill>
                  <a:srgbClr val="D7E0E8"/>
                </a:solidFill>
              </a:defRPr>
            </a:lvl2pPr>
            <a:lvl3pPr algn="l">
              <a:defRPr sz="1350" b="0">
                <a:solidFill>
                  <a:srgbClr val="D7E0E8"/>
                </a:solidFill>
              </a:defRPr>
            </a:lvl3pPr>
            <a:lvl4pPr algn="l">
              <a:defRPr sz="1350" b="0">
                <a:solidFill>
                  <a:srgbClr val="D7E0E8"/>
                </a:solidFill>
              </a:defRPr>
            </a:lvl4pPr>
            <a:lvl5pPr algn="l">
              <a:defRPr sz="1350" b="0">
                <a:solidFill>
                  <a:srgbClr val="D7E0E8"/>
                </a:solidFill>
              </a:defRPr>
            </a:lvl5pPr>
            <a:lvl6pPr algn="l">
              <a:defRPr sz="1350" b="0">
                <a:solidFill>
                  <a:srgbClr val="D7E0E8"/>
                </a:solidFill>
              </a:defRPr>
            </a:lvl6pPr>
            <a:lvl7pPr algn="l">
              <a:defRPr sz="1350" b="0">
                <a:solidFill>
                  <a:srgbClr val="D7E0E8"/>
                </a:solidFill>
              </a:defRPr>
            </a:lvl7pPr>
            <a:lvl8pPr algn="l">
              <a:defRPr sz="1350" b="0">
                <a:solidFill>
                  <a:srgbClr val="D7E0E8"/>
                </a:solidFill>
              </a:defRPr>
            </a:lvl8pPr>
            <a:lvl9pPr algn="l">
              <a:defRPr sz="13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7E0E8"/>
                </a:solidFill>
              </a:defRPr>
            </a:pPr>
            <a:r>
              <a:rPr sz="1350" b="0">
                <a:solidFill>
                  <a:srgbClr val="D7E0E8"/>
                </a:solidFill>
              </a:rPr>
              <a:t>Not supportable under the current release policy while goals and milestone issues remain open.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C459C-666B-438B-9210-469FE517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F7B267"/>
                </a:solidFill>
              </a:defRPr>
            </a:defPPr>
            <a:lvl1pPr algn="l">
              <a:defRPr sz="2100" b="1">
                <a:solidFill>
                  <a:srgbClr val="F7B267"/>
                </a:solidFill>
              </a:defRPr>
            </a:lvl1pPr>
            <a:lvl2pPr algn="l">
              <a:defRPr sz="2100" b="1">
                <a:solidFill>
                  <a:srgbClr val="F7B267"/>
                </a:solidFill>
              </a:defRPr>
            </a:lvl2pPr>
            <a:lvl3pPr algn="l">
              <a:defRPr sz="2100" b="1">
                <a:solidFill>
                  <a:srgbClr val="F7B267"/>
                </a:solidFill>
              </a:defRPr>
            </a:lvl3pPr>
            <a:lvl4pPr algn="l">
              <a:defRPr sz="2100" b="1">
                <a:solidFill>
                  <a:srgbClr val="F7B267"/>
                </a:solidFill>
              </a:defRPr>
            </a:lvl4pPr>
            <a:lvl5pPr algn="l">
              <a:defRPr sz="2100" b="1">
                <a:solidFill>
                  <a:srgbClr val="F7B267"/>
                </a:solidFill>
              </a:defRPr>
            </a:lvl5pPr>
            <a:lvl6pPr algn="l">
              <a:defRPr sz="2100" b="1">
                <a:solidFill>
                  <a:srgbClr val="F7B267"/>
                </a:solidFill>
              </a:defRPr>
            </a:lvl6pPr>
            <a:lvl7pPr algn="l">
              <a:defRPr sz="2100" b="1">
                <a:solidFill>
                  <a:srgbClr val="F7B267"/>
                </a:solidFill>
              </a:defRPr>
            </a:lvl7pPr>
            <a:lvl8pPr algn="l">
              <a:defRPr sz="2100" b="1">
                <a:solidFill>
                  <a:srgbClr val="F7B267"/>
                </a:solidFill>
              </a:defRPr>
            </a:lvl8pPr>
            <a:lvl9pPr algn="l">
              <a:defRPr sz="2100" b="1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7B267"/>
                </a:solidFill>
              </a:defRPr>
            </a:pPr>
            <a:r>
              <a:rPr sz="2100" b="1">
                <a:solidFill>
                  <a:srgbClr val="F7B267"/>
                </a:solidFill>
              </a:rPr>
              <a:t>28 OCT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72AF2-E598-463B-84CF-B422CCE5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Best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9B2B6-4145-4082-86EB-C71CF379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7E0E8"/>
                </a:solidFill>
              </a:defRPr>
            </a:defPPr>
            <a:lvl1pPr algn="l">
              <a:defRPr sz="1350" b="0">
                <a:solidFill>
                  <a:srgbClr val="D7E0E8"/>
                </a:solidFill>
              </a:defRPr>
            </a:lvl1pPr>
            <a:lvl2pPr algn="l">
              <a:defRPr sz="1350" b="0">
                <a:solidFill>
                  <a:srgbClr val="D7E0E8"/>
                </a:solidFill>
              </a:defRPr>
            </a:lvl2pPr>
            <a:lvl3pPr algn="l">
              <a:defRPr sz="1350" b="0">
                <a:solidFill>
                  <a:srgbClr val="D7E0E8"/>
                </a:solidFill>
              </a:defRPr>
            </a:lvl3pPr>
            <a:lvl4pPr algn="l">
              <a:defRPr sz="1350" b="0">
                <a:solidFill>
                  <a:srgbClr val="D7E0E8"/>
                </a:solidFill>
              </a:defRPr>
            </a:lvl4pPr>
            <a:lvl5pPr algn="l">
              <a:defRPr sz="1350" b="0">
                <a:solidFill>
                  <a:srgbClr val="D7E0E8"/>
                </a:solidFill>
              </a:defRPr>
            </a:lvl5pPr>
            <a:lvl6pPr algn="l">
              <a:defRPr sz="1350" b="0">
                <a:solidFill>
                  <a:srgbClr val="D7E0E8"/>
                </a:solidFill>
              </a:defRPr>
            </a:lvl6pPr>
            <a:lvl7pPr algn="l">
              <a:defRPr sz="1350" b="0">
                <a:solidFill>
                  <a:srgbClr val="D7E0E8"/>
                </a:solidFill>
              </a:defRPr>
            </a:lvl7pPr>
            <a:lvl8pPr algn="l">
              <a:defRPr sz="1350" b="0">
                <a:solidFill>
                  <a:srgbClr val="D7E0E8"/>
                </a:solidFill>
              </a:defRPr>
            </a:lvl8pPr>
            <a:lvl9pPr algn="l">
              <a:defRPr sz="13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7E0E8"/>
                </a:solidFill>
              </a:defRPr>
            </a:pPr>
            <a:r>
              <a:rPr sz="1350" b="0">
                <a:solidFill>
                  <a:srgbClr val="D7E0E8"/>
                </a:solidFill>
              </a:rPr>
              <a:t>Possible only if the seventeen remaining goals close through existing evidence and require no additional implementation or CI restart.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7FF43-213B-49ED-9024-8C72F59B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2A9D8F"/>
                </a:solidFill>
              </a:defRPr>
            </a:defPPr>
            <a:lvl1pPr algn="l">
              <a:defRPr sz="2100" b="1">
                <a:solidFill>
                  <a:srgbClr val="2A9D8F"/>
                </a:solidFill>
              </a:defRPr>
            </a:lvl1pPr>
            <a:lvl2pPr algn="l">
              <a:defRPr sz="2100" b="1">
                <a:solidFill>
                  <a:srgbClr val="2A9D8F"/>
                </a:solidFill>
              </a:defRPr>
            </a:lvl2pPr>
            <a:lvl3pPr algn="l">
              <a:defRPr sz="2100" b="1">
                <a:solidFill>
                  <a:srgbClr val="2A9D8F"/>
                </a:solidFill>
              </a:defRPr>
            </a:lvl3pPr>
            <a:lvl4pPr algn="l">
              <a:defRPr sz="2100" b="1">
                <a:solidFill>
                  <a:srgbClr val="2A9D8F"/>
                </a:solidFill>
              </a:defRPr>
            </a:lvl4pPr>
            <a:lvl5pPr algn="l">
              <a:defRPr sz="2100" b="1">
                <a:solidFill>
                  <a:srgbClr val="2A9D8F"/>
                </a:solidFill>
              </a:defRPr>
            </a:lvl5pPr>
            <a:lvl6pPr algn="l">
              <a:defRPr sz="2100" b="1">
                <a:solidFill>
                  <a:srgbClr val="2A9D8F"/>
                </a:solidFill>
              </a:defRPr>
            </a:lvl6pPr>
            <a:lvl7pPr algn="l">
              <a:defRPr sz="2100" b="1">
                <a:solidFill>
                  <a:srgbClr val="2A9D8F"/>
                </a:solidFill>
              </a:defRPr>
            </a:lvl7pPr>
            <a:lvl8pPr algn="l">
              <a:defRPr sz="2100" b="1">
                <a:solidFill>
                  <a:srgbClr val="2A9D8F"/>
                </a:solidFill>
              </a:defRPr>
            </a:lvl8pPr>
            <a:lvl9pPr algn="l">
              <a:defRPr sz="210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A9D8F"/>
                </a:solidFill>
              </a:defRPr>
            </a:pPr>
            <a:r>
              <a:rPr sz="2100" b="1">
                <a:solidFill>
                  <a:srgbClr val="2A9D8F"/>
                </a:solidFill>
              </a:rPr>
              <a:t>30 OCT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E0C39-9F9D-426A-844F-2366DFC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Working 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33DCA-CD90-460E-9956-C69C5227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7E0E8"/>
                </a:solidFill>
              </a:defRPr>
            </a:defPPr>
            <a:lvl1pPr algn="l">
              <a:defRPr sz="1350" b="0">
                <a:solidFill>
                  <a:srgbClr val="D7E0E8"/>
                </a:solidFill>
              </a:defRPr>
            </a:lvl1pPr>
            <a:lvl2pPr algn="l">
              <a:defRPr sz="1350" b="0">
                <a:solidFill>
                  <a:srgbClr val="D7E0E8"/>
                </a:solidFill>
              </a:defRPr>
            </a:lvl2pPr>
            <a:lvl3pPr algn="l">
              <a:defRPr sz="1350" b="0">
                <a:solidFill>
                  <a:srgbClr val="D7E0E8"/>
                </a:solidFill>
              </a:defRPr>
            </a:lvl3pPr>
            <a:lvl4pPr algn="l">
              <a:defRPr sz="1350" b="0">
                <a:solidFill>
                  <a:srgbClr val="D7E0E8"/>
                </a:solidFill>
              </a:defRPr>
            </a:lvl4pPr>
            <a:lvl5pPr algn="l">
              <a:defRPr sz="1350" b="0">
                <a:solidFill>
                  <a:srgbClr val="D7E0E8"/>
                </a:solidFill>
              </a:defRPr>
            </a:lvl5pPr>
            <a:lvl6pPr algn="l">
              <a:defRPr sz="1350" b="0">
                <a:solidFill>
                  <a:srgbClr val="D7E0E8"/>
                </a:solidFill>
              </a:defRPr>
            </a:lvl6pPr>
            <a:lvl7pPr algn="l">
              <a:defRPr sz="1350" b="0">
                <a:solidFill>
                  <a:srgbClr val="D7E0E8"/>
                </a:solidFill>
              </a:defRPr>
            </a:lvl7pPr>
            <a:lvl8pPr algn="l">
              <a:defRPr sz="1350" b="0">
                <a:solidFill>
                  <a:srgbClr val="D7E0E8"/>
                </a:solidFill>
              </a:defRPr>
            </a:lvl8pPr>
            <a:lvl9pPr algn="l">
              <a:defRPr sz="1350" b="0">
                <a:solidFill>
                  <a:srgbClr val="D7E0E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7E0E8"/>
                </a:solidFill>
              </a:defRPr>
            </a:pPr>
            <a:r>
              <a:rPr sz="1350" b="0">
                <a:solidFill>
                  <a:srgbClr val="D7E0E8"/>
                </a:solidFill>
              </a:rPr>
              <a:t>Friday end of day PT, assuming evidence reconciliation and native qualification complete without a new product defect.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7CEE0-71AC-4118-9207-272760DE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8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593C4-1B4E-46C6-A77E-946E0E72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95900"/>
            <a:ext cx="922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F7B267"/>
                </a:solidFill>
              </a:defRPr>
            </a:defPPr>
            <a:lvl1pPr algn="ctr">
              <a:defRPr sz="1500" b="1">
                <a:solidFill>
                  <a:srgbClr val="F7B267"/>
                </a:solidFill>
              </a:defRPr>
            </a:lvl1pPr>
            <a:lvl2pPr algn="ctr">
              <a:defRPr sz="1500" b="1">
                <a:solidFill>
                  <a:srgbClr val="F7B267"/>
                </a:solidFill>
              </a:defRPr>
            </a:lvl2pPr>
            <a:lvl3pPr algn="ctr">
              <a:defRPr sz="1500" b="1">
                <a:solidFill>
                  <a:srgbClr val="F7B267"/>
                </a:solidFill>
              </a:defRPr>
            </a:lvl3pPr>
            <a:lvl4pPr algn="ctr">
              <a:defRPr sz="1500" b="1">
                <a:solidFill>
                  <a:srgbClr val="F7B267"/>
                </a:solidFill>
              </a:defRPr>
            </a:lvl4pPr>
            <a:lvl5pPr algn="ctr">
              <a:defRPr sz="1500" b="1">
                <a:solidFill>
                  <a:srgbClr val="F7B267"/>
                </a:solidFill>
              </a:defRPr>
            </a:lvl5pPr>
            <a:lvl6pPr algn="ctr">
              <a:defRPr sz="1500" b="1">
                <a:solidFill>
                  <a:srgbClr val="F7B267"/>
                </a:solidFill>
              </a:defRPr>
            </a:lvl6pPr>
            <a:lvl7pPr algn="ctr">
              <a:defRPr sz="1500" b="1">
                <a:solidFill>
                  <a:srgbClr val="F7B267"/>
                </a:solidFill>
              </a:defRPr>
            </a:lvl7pPr>
            <a:lvl8pPr algn="ctr">
              <a:defRPr sz="1500" b="1">
                <a:solidFill>
                  <a:srgbClr val="F7B267"/>
                </a:solidFill>
              </a:defRPr>
            </a:lvl8pPr>
            <a:lvl9pPr algn="ctr">
              <a:defRPr sz="1500" b="1">
                <a:solidFill>
                  <a:srgbClr val="F7B267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7B267"/>
                </a:solidFill>
              </a:defRPr>
            </a:pPr>
            <a:r>
              <a:rPr sz="1500" b="1">
                <a:solidFill>
                  <a:srgbClr val="F7B267"/>
                </a:solidFill>
              </a:rPr>
              <a:t>Risk range: 3 November if any open milestone item needs code, review and another exact-main matrix.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E34F8-7C6E-41A8-8030-2ECD14A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91A5B3"/>
                </a:solidFill>
              </a:defRPr>
            </a:defPPr>
            <a:lvl1pPr algn="r">
              <a:defRPr sz="900" b="1">
                <a:solidFill>
                  <a:srgbClr val="91A5B3"/>
                </a:solidFill>
              </a:defRPr>
            </a:lvl1pPr>
            <a:lvl2pPr algn="r">
              <a:defRPr sz="900" b="1">
                <a:solidFill>
                  <a:srgbClr val="91A5B3"/>
                </a:solidFill>
              </a:defRPr>
            </a:lvl2pPr>
            <a:lvl3pPr algn="r">
              <a:defRPr sz="900" b="1">
                <a:solidFill>
                  <a:srgbClr val="91A5B3"/>
                </a:solidFill>
              </a:defRPr>
            </a:lvl3pPr>
            <a:lvl4pPr algn="r">
              <a:defRPr sz="900" b="1">
                <a:solidFill>
                  <a:srgbClr val="91A5B3"/>
                </a:solidFill>
              </a:defRPr>
            </a:lvl4pPr>
            <a:lvl5pPr algn="r">
              <a:defRPr sz="900" b="1">
                <a:solidFill>
                  <a:srgbClr val="91A5B3"/>
                </a:solidFill>
              </a:defRPr>
            </a:lvl5pPr>
            <a:lvl6pPr algn="r">
              <a:defRPr sz="900" b="1">
                <a:solidFill>
                  <a:srgbClr val="91A5B3"/>
                </a:solidFill>
              </a:defRPr>
            </a:lvl6pPr>
            <a:lvl7pPr algn="r">
              <a:defRPr sz="900" b="1">
                <a:solidFill>
                  <a:srgbClr val="91A5B3"/>
                </a:solidFill>
              </a:defRPr>
            </a:lvl7pPr>
            <a:lvl8pPr algn="r">
              <a:defRPr sz="900" b="1">
                <a:solidFill>
                  <a:srgbClr val="91A5B3"/>
                </a:solidFill>
              </a:defRPr>
            </a:lvl8pPr>
            <a:lvl9pPr algn="r">
              <a:defRPr sz="900" b="1">
                <a:solidFill>
                  <a:srgbClr val="91A5B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91A5B3"/>
                </a:solidFill>
              </a:defRPr>
            </a:pPr>
            <a:r>
              <a:rPr sz="900" b="1">
                <a:solidFill>
                  <a:srgbClr val="91A5B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21920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923DE-A89C-4050-BD64-27BB9502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47C20"/>
                </a:solidFill>
              </a:defRPr>
            </a:defPPr>
            <a:lvl1pPr algn="l">
              <a:defRPr sz="1050" b="1">
                <a:solidFill>
                  <a:srgbClr val="F47C20"/>
                </a:solidFill>
              </a:defRPr>
            </a:lvl1pPr>
            <a:lvl2pPr algn="l">
              <a:defRPr sz="1050" b="1">
                <a:solidFill>
                  <a:srgbClr val="F47C20"/>
                </a:solidFill>
              </a:defRPr>
            </a:lvl2pPr>
            <a:lvl3pPr algn="l">
              <a:defRPr sz="1050" b="1">
                <a:solidFill>
                  <a:srgbClr val="F47C20"/>
                </a:solidFill>
              </a:defRPr>
            </a:lvl3pPr>
            <a:lvl4pPr algn="l">
              <a:defRPr sz="1050" b="1">
                <a:solidFill>
                  <a:srgbClr val="F47C20"/>
                </a:solidFill>
              </a:defRPr>
            </a:lvl4pPr>
            <a:lvl5pPr algn="l">
              <a:defRPr sz="1050" b="1">
                <a:solidFill>
                  <a:srgbClr val="F47C20"/>
                </a:solidFill>
              </a:defRPr>
            </a:lvl5pPr>
            <a:lvl6pPr algn="l">
              <a:defRPr sz="1050" b="1">
                <a:solidFill>
                  <a:srgbClr val="F47C20"/>
                </a:solidFill>
              </a:defRPr>
            </a:lvl6pPr>
            <a:lvl7pPr algn="l">
              <a:defRPr sz="1050" b="1">
                <a:solidFill>
                  <a:srgbClr val="F47C20"/>
                </a:solidFill>
              </a:defRPr>
            </a:lvl7pPr>
            <a:lvl8pPr algn="l">
              <a:defRPr sz="1050" b="1">
                <a:solidFill>
                  <a:srgbClr val="F47C20"/>
                </a:solidFill>
              </a:defRPr>
            </a:lvl8pPr>
            <a:lvl9pPr algn="l">
              <a:defRPr sz="10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7C20"/>
                </a:solidFill>
              </a:defRPr>
            </a:pPr>
            <a:r>
              <a:rPr sz="1050" b="1">
                <a:solidFill>
                  <a:srgbClr val="F47C20"/>
                </a:solidFill>
              </a:rPr>
              <a:t>NEXT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0EF1-5EB7-4408-91A0-919E366B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242E"/>
                </a:solidFill>
              </a:defRPr>
            </a:defPPr>
            <a:lvl1pPr algn="l">
              <a:defRPr sz="2550" b="1">
                <a:solidFill>
                  <a:srgbClr val="17242E"/>
                </a:solidFill>
              </a:defRPr>
            </a:lvl1pPr>
            <a:lvl2pPr algn="l">
              <a:defRPr sz="2550" b="1">
                <a:solidFill>
                  <a:srgbClr val="17242E"/>
                </a:solidFill>
              </a:defRPr>
            </a:lvl2pPr>
            <a:lvl3pPr algn="l">
              <a:defRPr sz="2550" b="1">
                <a:solidFill>
                  <a:srgbClr val="17242E"/>
                </a:solidFill>
              </a:defRPr>
            </a:lvl3pPr>
            <a:lvl4pPr algn="l">
              <a:defRPr sz="2550" b="1">
                <a:solidFill>
                  <a:srgbClr val="17242E"/>
                </a:solidFill>
              </a:defRPr>
            </a:lvl4pPr>
            <a:lvl5pPr algn="l">
              <a:defRPr sz="2550" b="1">
                <a:solidFill>
                  <a:srgbClr val="17242E"/>
                </a:solidFill>
              </a:defRPr>
            </a:lvl5pPr>
            <a:lvl6pPr algn="l">
              <a:defRPr sz="2550" b="1">
                <a:solidFill>
                  <a:srgbClr val="17242E"/>
                </a:solidFill>
              </a:defRPr>
            </a:lvl6pPr>
            <a:lvl7pPr algn="l">
              <a:defRPr sz="2550" b="1">
                <a:solidFill>
                  <a:srgbClr val="17242E"/>
                </a:solidFill>
              </a:defRPr>
            </a:lvl7pPr>
            <a:lvl8pPr algn="l">
              <a:defRPr sz="2550" b="1">
                <a:solidFill>
                  <a:srgbClr val="17242E"/>
                </a:solidFill>
              </a:defRPr>
            </a:lvl8pPr>
            <a:lvl9pPr algn="l">
              <a:defRPr sz="2550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2E"/>
                </a:solidFill>
              </a:defRPr>
            </a:pPr>
            <a:r>
              <a:rPr sz="2550" b="1">
                <a:solidFill>
                  <a:srgbClr val="17242E"/>
                </a:solidFill>
              </a:rPr>
              <a:t>Critical path to publication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3D1BE-B82A-4E42-BACB-586A44E7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CD919-028D-442C-A89E-A27191A1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47C20"/>
                </a:solidFill>
              </a:defRPr>
            </a:defPPr>
            <a:lvl1pPr algn="l">
              <a:defRPr sz="1050" b="1">
                <a:solidFill>
                  <a:srgbClr val="F47C20"/>
                </a:solidFill>
              </a:defRPr>
            </a:lvl1pPr>
            <a:lvl2pPr algn="l">
              <a:defRPr sz="1050" b="1">
                <a:solidFill>
                  <a:srgbClr val="F47C20"/>
                </a:solidFill>
              </a:defRPr>
            </a:lvl2pPr>
            <a:lvl3pPr algn="l">
              <a:defRPr sz="1050" b="1">
                <a:solidFill>
                  <a:srgbClr val="F47C20"/>
                </a:solidFill>
              </a:defRPr>
            </a:lvl3pPr>
            <a:lvl4pPr algn="l">
              <a:defRPr sz="1050" b="1">
                <a:solidFill>
                  <a:srgbClr val="F47C20"/>
                </a:solidFill>
              </a:defRPr>
            </a:lvl4pPr>
            <a:lvl5pPr algn="l">
              <a:defRPr sz="1050" b="1">
                <a:solidFill>
                  <a:srgbClr val="F47C20"/>
                </a:solidFill>
              </a:defRPr>
            </a:lvl5pPr>
            <a:lvl6pPr algn="l">
              <a:defRPr sz="1050" b="1">
                <a:solidFill>
                  <a:srgbClr val="F47C20"/>
                </a:solidFill>
              </a:defRPr>
            </a:lvl6pPr>
            <a:lvl7pPr algn="l">
              <a:defRPr sz="1050" b="1">
                <a:solidFill>
                  <a:srgbClr val="F47C20"/>
                </a:solidFill>
              </a:defRPr>
            </a:lvl7pPr>
            <a:lvl8pPr algn="l">
              <a:defRPr sz="1050" b="1">
                <a:solidFill>
                  <a:srgbClr val="F47C20"/>
                </a:solidFill>
              </a:defRPr>
            </a:lvl8pPr>
            <a:lvl9pPr algn="l">
              <a:defRPr sz="105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7C20"/>
                </a:solidFill>
              </a:defRPr>
            </a:pPr>
            <a:r>
              <a:rPr sz="1050" b="1">
                <a:solidFill>
                  <a:srgbClr val="F47C20"/>
                </a:solidFill>
              </a:rPr>
              <a:t>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DDECA-BEBC-4F6C-81B4-58532CB1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14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242E"/>
                </a:solidFill>
              </a:defRPr>
            </a:defPPr>
            <a:lvl1pPr algn="l">
              <a:defRPr sz="1725" b="1">
                <a:solidFill>
                  <a:srgbClr val="17242E"/>
                </a:solidFill>
              </a:defRPr>
            </a:lvl1pPr>
            <a:lvl2pPr algn="l">
              <a:defRPr sz="1725" b="1">
                <a:solidFill>
                  <a:srgbClr val="17242E"/>
                </a:solidFill>
              </a:defRPr>
            </a:lvl2pPr>
            <a:lvl3pPr algn="l">
              <a:defRPr sz="1725" b="1">
                <a:solidFill>
                  <a:srgbClr val="17242E"/>
                </a:solidFill>
              </a:defRPr>
            </a:lvl3pPr>
            <a:lvl4pPr algn="l">
              <a:defRPr sz="1725" b="1">
                <a:solidFill>
                  <a:srgbClr val="17242E"/>
                </a:solidFill>
              </a:defRPr>
            </a:lvl4pPr>
            <a:lvl5pPr algn="l">
              <a:defRPr sz="1725" b="1">
                <a:solidFill>
                  <a:srgbClr val="17242E"/>
                </a:solidFill>
              </a:defRPr>
            </a:lvl5pPr>
            <a:lvl6pPr algn="l">
              <a:defRPr sz="1725" b="1">
                <a:solidFill>
                  <a:srgbClr val="17242E"/>
                </a:solidFill>
              </a:defRPr>
            </a:lvl6pPr>
            <a:lvl7pPr algn="l">
              <a:defRPr sz="1725" b="1">
                <a:solidFill>
                  <a:srgbClr val="17242E"/>
                </a:solidFill>
              </a:defRPr>
            </a:lvl7pPr>
            <a:lvl8pPr algn="l">
              <a:defRPr sz="1725" b="1">
                <a:solidFill>
                  <a:srgbClr val="17242E"/>
                </a:solidFill>
              </a:defRPr>
            </a:lvl8pPr>
            <a:lvl9pPr algn="l">
              <a:defRPr sz="172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42E"/>
                </a:solidFill>
              </a:defRPr>
            </a:pPr>
            <a:r>
              <a:rPr sz="1725" b="1">
                <a:solidFill>
                  <a:srgbClr val="17242E"/>
                </a:solidFill>
              </a:rPr>
              <a:t>Qualify release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31CF8-8AC9-4B86-8C5E-4AF13387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04975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All 26 exact-main jobs pass on 3b606d42c, including isolated Windows receiver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F4639-BF34-41ED-9098-AA0CBE76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EB772-8EEF-495E-BC31-C1C0AF41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A9D8F"/>
                </a:solidFill>
              </a:defRPr>
            </a:defPPr>
            <a:lvl1pPr algn="l">
              <a:defRPr sz="1050" b="1">
                <a:solidFill>
                  <a:srgbClr val="2A9D8F"/>
                </a:solidFill>
              </a:defRPr>
            </a:lvl1pPr>
            <a:lvl2pPr algn="l">
              <a:defRPr sz="1050" b="1">
                <a:solidFill>
                  <a:srgbClr val="2A9D8F"/>
                </a:solidFill>
              </a:defRPr>
            </a:lvl2pPr>
            <a:lvl3pPr algn="l">
              <a:defRPr sz="1050" b="1">
                <a:solidFill>
                  <a:srgbClr val="2A9D8F"/>
                </a:solidFill>
              </a:defRPr>
            </a:lvl3pPr>
            <a:lvl4pPr algn="l">
              <a:defRPr sz="1050" b="1">
                <a:solidFill>
                  <a:srgbClr val="2A9D8F"/>
                </a:solidFill>
              </a:defRPr>
            </a:lvl4pPr>
            <a:lvl5pPr algn="l">
              <a:defRPr sz="1050" b="1">
                <a:solidFill>
                  <a:srgbClr val="2A9D8F"/>
                </a:solidFill>
              </a:defRPr>
            </a:lvl5pPr>
            <a:lvl6pPr algn="l">
              <a:defRPr sz="1050" b="1">
                <a:solidFill>
                  <a:srgbClr val="2A9D8F"/>
                </a:solidFill>
              </a:defRPr>
            </a:lvl6pPr>
            <a:lvl7pPr algn="l">
              <a:defRPr sz="1050" b="1">
                <a:solidFill>
                  <a:srgbClr val="2A9D8F"/>
                </a:solidFill>
              </a:defRPr>
            </a:lvl7pPr>
            <a:lvl8pPr algn="l">
              <a:defRPr sz="1050" b="1">
                <a:solidFill>
                  <a:srgbClr val="2A9D8F"/>
                </a:solidFill>
              </a:defRPr>
            </a:lvl8pPr>
            <a:lvl9pPr algn="l">
              <a:defRPr sz="105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A9D8F"/>
                </a:solidFill>
              </a:defRPr>
            </a:pPr>
            <a:r>
              <a:rPr sz="1050" b="1">
                <a:solidFill>
                  <a:srgbClr val="2A9D8F"/>
                </a:solidFill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3FDC7-8C5D-4A55-A24F-F99C032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19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242E"/>
                </a:solidFill>
              </a:defRPr>
            </a:defPPr>
            <a:lvl1pPr algn="l">
              <a:defRPr sz="1725" b="1">
                <a:solidFill>
                  <a:srgbClr val="17242E"/>
                </a:solidFill>
              </a:defRPr>
            </a:lvl1pPr>
            <a:lvl2pPr algn="l">
              <a:defRPr sz="1725" b="1">
                <a:solidFill>
                  <a:srgbClr val="17242E"/>
                </a:solidFill>
              </a:defRPr>
            </a:lvl2pPr>
            <a:lvl3pPr algn="l">
              <a:defRPr sz="1725" b="1">
                <a:solidFill>
                  <a:srgbClr val="17242E"/>
                </a:solidFill>
              </a:defRPr>
            </a:lvl3pPr>
            <a:lvl4pPr algn="l">
              <a:defRPr sz="1725" b="1">
                <a:solidFill>
                  <a:srgbClr val="17242E"/>
                </a:solidFill>
              </a:defRPr>
            </a:lvl4pPr>
            <a:lvl5pPr algn="l">
              <a:defRPr sz="1725" b="1">
                <a:solidFill>
                  <a:srgbClr val="17242E"/>
                </a:solidFill>
              </a:defRPr>
            </a:lvl5pPr>
            <a:lvl6pPr algn="l">
              <a:defRPr sz="1725" b="1">
                <a:solidFill>
                  <a:srgbClr val="17242E"/>
                </a:solidFill>
              </a:defRPr>
            </a:lvl6pPr>
            <a:lvl7pPr algn="l">
              <a:defRPr sz="1725" b="1">
                <a:solidFill>
                  <a:srgbClr val="17242E"/>
                </a:solidFill>
              </a:defRPr>
            </a:lvl7pPr>
            <a:lvl8pPr algn="l">
              <a:defRPr sz="1725" b="1">
                <a:solidFill>
                  <a:srgbClr val="17242E"/>
                </a:solidFill>
              </a:defRPr>
            </a:lvl8pPr>
            <a:lvl9pPr algn="l">
              <a:defRPr sz="172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42E"/>
                </a:solidFill>
              </a:defRPr>
            </a:pPr>
            <a:r>
              <a:rPr sz="1725" b="1">
                <a:solidFill>
                  <a:srgbClr val="17242E"/>
                </a:solidFill>
              </a:rPr>
              <a:t>Land the enforced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4A90B-714F-4145-9A1E-CEDADF4B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09875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Merge the 18-goal milestone reconciliation, scoped documentation CI and this exact release briefing on green 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E9821-F023-4707-8B4D-6A75D747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998D9-0537-4109-ADF9-1F90F76A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A9D8F"/>
                </a:solidFill>
              </a:defRPr>
            </a:defPPr>
            <a:lvl1pPr algn="l">
              <a:defRPr sz="1050" b="1">
                <a:solidFill>
                  <a:srgbClr val="2A9D8F"/>
                </a:solidFill>
              </a:defRPr>
            </a:lvl1pPr>
            <a:lvl2pPr algn="l">
              <a:defRPr sz="1050" b="1">
                <a:solidFill>
                  <a:srgbClr val="2A9D8F"/>
                </a:solidFill>
              </a:defRPr>
            </a:lvl2pPr>
            <a:lvl3pPr algn="l">
              <a:defRPr sz="1050" b="1">
                <a:solidFill>
                  <a:srgbClr val="2A9D8F"/>
                </a:solidFill>
              </a:defRPr>
            </a:lvl3pPr>
            <a:lvl4pPr algn="l">
              <a:defRPr sz="1050" b="1">
                <a:solidFill>
                  <a:srgbClr val="2A9D8F"/>
                </a:solidFill>
              </a:defRPr>
            </a:lvl4pPr>
            <a:lvl5pPr algn="l">
              <a:defRPr sz="1050" b="1">
                <a:solidFill>
                  <a:srgbClr val="2A9D8F"/>
                </a:solidFill>
              </a:defRPr>
            </a:lvl5pPr>
            <a:lvl6pPr algn="l">
              <a:defRPr sz="1050" b="1">
                <a:solidFill>
                  <a:srgbClr val="2A9D8F"/>
                </a:solidFill>
              </a:defRPr>
            </a:lvl6pPr>
            <a:lvl7pPr algn="l">
              <a:defRPr sz="1050" b="1">
                <a:solidFill>
                  <a:srgbClr val="2A9D8F"/>
                </a:solidFill>
              </a:defRPr>
            </a:lvl7pPr>
            <a:lvl8pPr algn="l">
              <a:defRPr sz="1050" b="1">
                <a:solidFill>
                  <a:srgbClr val="2A9D8F"/>
                </a:solidFill>
              </a:defRPr>
            </a:lvl8pPr>
            <a:lvl9pPr algn="l">
              <a:defRPr sz="105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A9D8F"/>
                </a:solidFill>
              </a:defRPr>
            </a:pPr>
            <a:r>
              <a:rPr sz="1050" b="1">
                <a:solidFill>
                  <a:srgbClr val="2A9D8F"/>
                </a:solidFill>
              </a:rPr>
              <a:t>THEN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71F25-E24E-4C37-8179-D28EFED4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24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242E"/>
                </a:solidFill>
              </a:defRPr>
            </a:defPPr>
            <a:lvl1pPr algn="l">
              <a:defRPr sz="1725" b="1">
                <a:solidFill>
                  <a:srgbClr val="17242E"/>
                </a:solidFill>
              </a:defRPr>
            </a:lvl1pPr>
            <a:lvl2pPr algn="l">
              <a:defRPr sz="1725" b="1">
                <a:solidFill>
                  <a:srgbClr val="17242E"/>
                </a:solidFill>
              </a:defRPr>
            </a:lvl2pPr>
            <a:lvl3pPr algn="l">
              <a:defRPr sz="1725" b="1">
                <a:solidFill>
                  <a:srgbClr val="17242E"/>
                </a:solidFill>
              </a:defRPr>
            </a:lvl3pPr>
            <a:lvl4pPr algn="l">
              <a:defRPr sz="1725" b="1">
                <a:solidFill>
                  <a:srgbClr val="17242E"/>
                </a:solidFill>
              </a:defRPr>
            </a:lvl4pPr>
            <a:lvl5pPr algn="l">
              <a:defRPr sz="1725" b="1">
                <a:solidFill>
                  <a:srgbClr val="17242E"/>
                </a:solidFill>
              </a:defRPr>
            </a:lvl5pPr>
            <a:lvl6pPr algn="l">
              <a:defRPr sz="1725" b="1">
                <a:solidFill>
                  <a:srgbClr val="17242E"/>
                </a:solidFill>
              </a:defRPr>
            </a:lvl6pPr>
            <a:lvl7pPr algn="l">
              <a:defRPr sz="1725" b="1">
                <a:solidFill>
                  <a:srgbClr val="17242E"/>
                </a:solidFill>
              </a:defRPr>
            </a:lvl7pPr>
            <a:lvl8pPr algn="l">
              <a:defRPr sz="1725" b="1">
                <a:solidFill>
                  <a:srgbClr val="17242E"/>
                </a:solidFill>
              </a:defRPr>
            </a:lvl8pPr>
            <a:lvl9pPr algn="l">
              <a:defRPr sz="172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42E"/>
                </a:solidFill>
              </a:defRPr>
            </a:pPr>
            <a:r>
              <a:rPr sz="1725" b="1">
                <a:solidFill>
                  <a:srgbClr val="17242E"/>
                </a:solidFill>
              </a:rPr>
              <a:t>Close seventeen goals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1F679-5699-441C-8B88-F6362DDF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14775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Run missing native qualifications, update roadmap evidence and obtain issue-closure authority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019BC-0D2D-4955-8307-C0FF2486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7831A-53F9-4ED4-ACEC-154A4D3A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A9D8F"/>
                </a:solidFill>
              </a:defRPr>
            </a:defPPr>
            <a:lvl1pPr algn="l">
              <a:defRPr sz="1050" b="1">
                <a:solidFill>
                  <a:srgbClr val="2A9D8F"/>
                </a:solidFill>
              </a:defRPr>
            </a:lvl1pPr>
            <a:lvl2pPr algn="l">
              <a:defRPr sz="1050" b="1">
                <a:solidFill>
                  <a:srgbClr val="2A9D8F"/>
                </a:solidFill>
              </a:defRPr>
            </a:lvl2pPr>
            <a:lvl3pPr algn="l">
              <a:defRPr sz="1050" b="1">
                <a:solidFill>
                  <a:srgbClr val="2A9D8F"/>
                </a:solidFill>
              </a:defRPr>
            </a:lvl3pPr>
            <a:lvl4pPr algn="l">
              <a:defRPr sz="1050" b="1">
                <a:solidFill>
                  <a:srgbClr val="2A9D8F"/>
                </a:solidFill>
              </a:defRPr>
            </a:lvl4pPr>
            <a:lvl5pPr algn="l">
              <a:defRPr sz="1050" b="1">
                <a:solidFill>
                  <a:srgbClr val="2A9D8F"/>
                </a:solidFill>
              </a:defRPr>
            </a:lvl5pPr>
            <a:lvl6pPr algn="l">
              <a:defRPr sz="1050" b="1">
                <a:solidFill>
                  <a:srgbClr val="2A9D8F"/>
                </a:solidFill>
              </a:defRPr>
            </a:lvl6pPr>
            <a:lvl7pPr algn="l">
              <a:defRPr sz="1050" b="1">
                <a:solidFill>
                  <a:srgbClr val="2A9D8F"/>
                </a:solidFill>
              </a:defRPr>
            </a:lvl7pPr>
            <a:lvl8pPr algn="l">
              <a:defRPr sz="1050" b="1">
                <a:solidFill>
                  <a:srgbClr val="2A9D8F"/>
                </a:solidFill>
              </a:defRPr>
            </a:lvl8pPr>
            <a:lvl9pPr algn="l">
              <a:defRPr sz="105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A9D8F"/>
                </a:solidFill>
              </a:defRPr>
            </a:pPr>
            <a:r>
              <a:rPr sz="1050" b="1">
                <a:solidFill>
                  <a:srgbClr val="2A9D8F"/>
                </a:solidFill>
              </a:rPr>
              <a:t>FINALLY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AD887-28F1-48E8-84BF-EACA098B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29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242E"/>
                </a:solidFill>
              </a:defRPr>
            </a:defPPr>
            <a:lvl1pPr algn="l">
              <a:defRPr sz="1725" b="1">
                <a:solidFill>
                  <a:srgbClr val="17242E"/>
                </a:solidFill>
              </a:defRPr>
            </a:lvl1pPr>
            <a:lvl2pPr algn="l">
              <a:defRPr sz="1725" b="1">
                <a:solidFill>
                  <a:srgbClr val="17242E"/>
                </a:solidFill>
              </a:defRPr>
            </a:lvl2pPr>
            <a:lvl3pPr algn="l">
              <a:defRPr sz="1725" b="1">
                <a:solidFill>
                  <a:srgbClr val="17242E"/>
                </a:solidFill>
              </a:defRPr>
            </a:lvl3pPr>
            <a:lvl4pPr algn="l">
              <a:defRPr sz="1725" b="1">
                <a:solidFill>
                  <a:srgbClr val="17242E"/>
                </a:solidFill>
              </a:defRPr>
            </a:lvl4pPr>
            <a:lvl5pPr algn="l">
              <a:defRPr sz="1725" b="1">
                <a:solidFill>
                  <a:srgbClr val="17242E"/>
                </a:solidFill>
              </a:defRPr>
            </a:lvl5pPr>
            <a:lvl6pPr algn="l">
              <a:defRPr sz="1725" b="1">
                <a:solidFill>
                  <a:srgbClr val="17242E"/>
                </a:solidFill>
              </a:defRPr>
            </a:lvl6pPr>
            <a:lvl7pPr algn="l">
              <a:defRPr sz="1725" b="1">
                <a:solidFill>
                  <a:srgbClr val="17242E"/>
                </a:solidFill>
              </a:defRPr>
            </a:lvl7pPr>
            <a:lvl8pPr algn="l">
              <a:defRPr sz="1725" b="1">
                <a:solidFill>
                  <a:srgbClr val="17242E"/>
                </a:solidFill>
              </a:defRPr>
            </a:lvl8pPr>
            <a:lvl9pPr algn="l">
              <a:defRPr sz="1725" b="1">
                <a:solidFill>
                  <a:srgbClr val="17242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42E"/>
                </a:solidFill>
              </a:defRPr>
            </a:pPr>
            <a:r>
              <a:rPr sz="1725" b="1">
                <a:solidFill>
                  <a:srgbClr val="17242E"/>
                </a:solidFill>
              </a:rPr>
              <a:t>Cut and verify 1.3.1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2D6E2-6370-4968-81EB-9C830AD1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19675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36675"/>
                </a:solidFill>
              </a:defRPr>
            </a:defPPr>
            <a:lvl1pPr algn="l">
              <a:defRPr sz="1275" b="0">
                <a:solidFill>
                  <a:srgbClr val="536675"/>
                </a:solidFill>
              </a:defRPr>
            </a:lvl1pPr>
            <a:lvl2pPr algn="l">
              <a:defRPr sz="1275" b="0">
                <a:solidFill>
                  <a:srgbClr val="536675"/>
                </a:solidFill>
              </a:defRPr>
            </a:lvl2pPr>
            <a:lvl3pPr algn="l">
              <a:defRPr sz="1275" b="0">
                <a:solidFill>
                  <a:srgbClr val="536675"/>
                </a:solidFill>
              </a:defRPr>
            </a:lvl3pPr>
            <a:lvl4pPr algn="l">
              <a:defRPr sz="1275" b="0">
                <a:solidFill>
                  <a:srgbClr val="536675"/>
                </a:solidFill>
              </a:defRPr>
            </a:lvl4pPr>
            <a:lvl5pPr algn="l">
              <a:defRPr sz="1275" b="0">
                <a:solidFill>
                  <a:srgbClr val="536675"/>
                </a:solidFill>
              </a:defRPr>
            </a:lvl5pPr>
            <a:lvl6pPr algn="l">
              <a:defRPr sz="1275" b="0">
                <a:solidFill>
                  <a:srgbClr val="536675"/>
                </a:solidFill>
              </a:defRPr>
            </a:lvl6pPr>
            <a:lvl7pPr algn="l">
              <a:defRPr sz="1275" b="0">
                <a:solidFill>
                  <a:srgbClr val="536675"/>
                </a:solidFill>
              </a:defRPr>
            </a:lvl7pPr>
            <a:lvl8pPr algn="l">
              <a:defRPr sz="1275" b="0">
                <a:solidFill>
                  <a:srgbClr val="536675"/>
                </a:solidFill>
              </a:defRPr>
            </a:lvl8pPr>
            <a:lvl9pPr algn="l">
              <a:defRPr sz="1275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675"/>
                </a:solidFill>
              </a:defRPr>
            </a:pPr>
            <a:r>
              <a:rPr sz="1275" b="0">
                <a:solidFill>
                  <a:srgbClr val="536675"/>
                </a:solidFill>
              </a:rPr>
              <a:t>Plan, prepare, check, publish, verify links and hashes, then mark the milestone complete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F3B37-CD53-4FDD-9221-205DA202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436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>
                <a:solidFill>
                  <a:srgbClr val="F47C20"/>
                </a:solidFill>
              </a:defRPr>
            </a:defPPr>
            <a:lvl1pPr algn="ctr">
              <a:defRPr sz="1800" b="1">
                <a:solidFill>
                  <a:srgbClr val="F47C20"/>
                </a:solidFill>
              </a:defRPr>
            </a:lvl1pPr>
            <a:lvl2pPr algn="ctr">
              <a:defRPr sz="1800" b="1">
                <a:solidFill>
                  <a:srgbClr val="F47C20"/>
                </a:solidFill>
              </a:defRPr>
            </a:lvl2pPr>
            <a:lvl3pPr algn="ctr">
              <a:defRPr sz="1800" b="1">
                <a:solidFill>
                  <a:srgbClr val="F47C20"/>
                </a:solidFill>
              </a:defRPr>
            </a:lvl3pPr>
            <a:lvl4pPr algn="ctr">
              <a:defRPr sz="1800" b="1">
                <a:solidFill>
                  <a:srgbClr val="F47C20"/>
                </a:solidFill>
              </a:defRPr>
            </a:lvl4pPr>
            <a:lvl5pPr algn="ctr">
              <a:defRPr sz="1800" b="1">
                <a:solidFill>
                  <a:srgbClr val="F47C20"/>
                </a:solidFill>
              </a:defRPr>
            </a:lvl5pPr>
            <a:lvl6pPr algn="ctr">
              <a:defRPr sz="1800" b="1">
                <a:solidFill>
                  <a:srgbClr val="F47C20"/>
                </a:solidFill>
              </a:defRPr>
            </a:lvl6pPr>
            <a:lvl7pPr algn="ctr">
              <a:defRPr sz="1800" b="1">
                <a:solidFill>
                  <a:srgbClr val="F47C20"/>
                </a:solidFill>
              </a:defRPr>
            </a:lvl7pPr>
            <a:lvl8pPr algn="ctr">
              <a:defRPr sz="1800" b="1">
                <a:solidFill>
                  <a:srgbClr val="F47C20"/>
                </a:solidFill>
              </a:defRPr>
            </a:lvl8pPr>
            <a:lvl9pPr algn="ctr">
              <a:defRPr sz="1800" b="1">
                <a:solidFill>
                  <a:srgbClr val="F47C20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47C20"/>
                </a:solidFill>
              </a:defRPr>
            </a:pPr>
            <a:r>
              <a:rPr sz="1800" b="1">
                <a:solidFill>
                  <a:srgbClr val="F47C20"/>
                </a:solidFill>
              </a:rPr>
              <a:t>Release when the evidence closes the promise.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F9ACA-8EC1-4F43-B6C7-2E8FCDDB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536675"/>
                </a:solidFill>
              </a:defRPr>
            </a:defPPr>
            <a:lvl1pPr algn="l">
              <a:defRPr sz="900" b="0">
                <a:solidFill>
                  <a:srgbClr val="536675"/>
                </a:solidFill>
              </a:defRPr>
            </a:lvl1pPr>
            <a:lvl2pPr algn="l">
              <a:defRPr sz="900" b="0">
                <a:solidFill>
                  <a:srgbClr val="536675"/>
                </a:solidFill>
              </a:defRPr>
            </a:lvl2pPr>
            <a:lvl3pPr algn="l">
              <a:defRPr sz="900" b="0">
                <a:solidFill>
                  <a:srgbClr val="536675"/>
                </a:solidFill>
              </a:defRPr>
            </a:lvl3pPr>
            <a:lvl4pPr algn="l">
              <a:defRPr sz="900" b="0">
                <a:solidFill>
                  <a:srgbClr val="536675"/>
                </a:solidFill>
              </a:defRPr>
            </a:lvl4pPr>
            <a:lvl5pPr algn="l">
              <a:defRPr sz="900" b="0">
                <a:solidFill>
                  <a:srgbClr val="536675"/>
                </a:solidFill>
              </a:defRPr>
            </a:lvl5pPr>
            <a:lvl6pPr algn="l">
              <a:defRPr sz="900" b="0">
                <a:solidFill>
                  <a:srgbClr val="536675"/>
                </a:solidFill>
              </a:defRPr>
            </a:lvl6pPr>
            <a:lvl7pPr algn="l">
              <a:defRPr sz="900" b="0">
                <a:solidFill>
                  <a:srgbClr val="536675"/>
                </a:solidFill>
              </a:defRPr>
            </a:lvl7pPr>
            <a:lvl8pPr algn="l">
              <a:defRPr sz="900" b="0">
                <a:solidFill>
                  <a:srgbClr val="536675"/>
                </a:solidFill>
              </a:defRPr>
            </a:lvl8pPr>
            <a:lvl9pPr algn="l">
              <a:defRPr sz="900" b="0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675"/>
                </a:solidFill>
              </a:defRPr>
            </a:pPr>
            <a:r>
              <a:rPr sz="900" b="0">
                <a:solidFill>
                  <a:srgbClr val="536675"/>
                </a:solidFill>
              </a:rPr>
              <a:t>Literate AI 1.3.1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1DED0F-5C01-41EF-8BDF-D1A5AEDE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536675"/>
                </a:solidFill>
              </a:defRPr>
            </a:defPPr>
            <a:lvl1pPr algn="r">
              <a:defRPr sz="900" b="1">
                <a:solidFill>
                  <a:srgbClr val="536675"/>
                </a:solidFill>
              </a:defRPr>
            </a:lvl1pPr>
            <a:lvl2pPr algn="r">
              <a:defRPr sz="900" b="1">
                <a:solidFill>
                  <a:srgbClr val="536675"/>
                </a:solidFill>
              </a:defRPr>
            </a:lvl2pPr>
            <a:lvl3pPr algn="r">
              <a:defRPr sz="900" b="1">
                <a:solidFill>
                  <a:srgbClr val="536675"/>
                </a:solidFill>
              </a:defRPr>
            </a:lvl3pPr>
            <a:lvl4pPr algn="r">
              <a:defRPr sz="900" b="1">
                <a:solidFill>
                  <a:srgbClr val="536675"/>
                </a:solidFill>
              </a:defRPr>
            </a:lvl4pPr>
            <a:lvl5pPr algn="r">
              <a:defRPr sz="900" b="1">
                <a:solidFill>
                  <a:srgbClr val="536675"/>
                </a:solidFill>
              </a:defRPr>
            </a:lvl5pPr>
            <a:lvl6pPr algn="r">
              <a:defRPr sz="900" b="1">
                <a:solidFill>
                  <a:srgbClr val="536675"/>
                </a:solidFill>
              </a:defRPr>
            </a:lvl6pPr>
            <a:lvl7pPr algn="r">
              <a:defRPr sz="900" b="1">
                <a:solidFill>
                  <a:srgbClr val="536675"/>
                </a:solidFill>
              </a:defRPr>
            </a:lvl7pPr>
            <a:lvl8pPr algn="r">
              <a:defRPr sz="900" b="1">
                <a:solidFill>
                  <a:srgbClr val="536675"/>
                </a:solidFill>
              </a:defRPr>
            </a:lvl8pPr>
            <a:lvl9pPr algn="r">
              <a:defRPr sz="900" b="1">
                <a:solidFill>
                  <a:srgbClr val="53667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36675"/>
                </a:solidFill>
              </a:defRPr>
            </a:pPr>
            <a:r>
              <a:rPr sz="900" b="1">
                <a:solidFill>
                  <a:srgbClr val="53667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26547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2026-10-27T07:41:57.2580000Z</dcterms:created>
  <dcterms:modified xsi:type="dcterms:W3CDTF">2026-10-27T07:41:57.2580000Z</dcterms:modified>
</coreProperties>
</file>